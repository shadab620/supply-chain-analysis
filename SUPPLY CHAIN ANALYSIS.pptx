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259" r:id="rId4"/>
    <p:sldId id="260" r:id="rId5"/>
    <p:sldId id="261" r:id="rId6"/>
    <p:sldId id="262" r:id="rId7"/>
    <p:sldId id="263" r:id="rId8"/>
    <p:sldId id="264" r:id="rId9"/>
    <p:sldId id="265" r:id="rId10"/>
    <p:sldId id="266" r:id="rId11"/>
    <p:sldId id="270" r:id="rId12"/>
    <p:sldId id="269"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Section" id="{7DEC9425-CE76-4E1B-A93B-E96832290283}">
          <p14:sldIdLst/>
        </p14:section>
        <p14:section name="SUPPLY CHAIN ANALYSIS" id="{D64BC04C-4CDF-4F6D-8FF6-2314604F8067}">
          <p14:sldIdLst>
            <p14:sldId id="256"/>
            <p14:sldId id="271"/>
          </p14:sldIdLst>
        </p14:section>
        <p14:section name="Section 2" id="{289CE30A-5077-41B5-AF4A-40E2C871E6DE}">
          <p14:sldIdLst>
            <p14:sldId id="259"/>
          </p14:sldIdLst>
        </p14:section>
        <p14:section name="Section 3" id="{30FCDC53-53F3-43FC-94F7-0D5259C84B42}">
          <p14:sldIdLst>
            <p14:sldId id="260"/>
          </p14:sldIdLst>
        </p14:section>
        <p14:section name="Section 4" id="{ED1A080C-CC71-460B-B798-F99513770AB6}">
          <p14:sldIdLst>
            <p14:sldId id="261"/>
          </p14:sldIdLst>
        </p14:section>
        <p14:section name="Section 5" id="{6042E11F-5622-40FF-B082-F5A1B4A03024}">
          <p14:sldIdLst>
            <p14:sldId id="262"/>
          </p14:sldIdLst>
        </p14:section>
        <p14:section name="Section 6" id="{E2C43968-A044-472D-90C0-7AB6FA077D35}">
          <p14:sldIdLst>
            <p14:sldId id="263"/>
          </p14:sldIdLst>
        </p14:section>
        <p14:section name="Section 7" id="{4559C0BD-18F7-4407-BCB7-8F1A5751C3F4}">
          <p14:sldIdLst>
            <p14:sldId id="264"/>
          </p14:sldIdLst>
        </p14:section>
        <p14:section name="Section 8" id="{E2EAE0AE-DFE8-4014-A3EB-4A344FAA26F7}">
          <p14:sldIdLst>
            <p14:sldId id="265"/>
          </p14:sldIdLst>
        </p14:section>
        <p14:section name="Section 9" id="{40B34033-6314-4514-A239-072E4A3BF250}">
          <p14:sldIdLst>
            <p14:sldId id="266"/>
          </p14:sldIdLst>
        </p14:section>
        <p14:section name="Section 10" id="{882BC9D6-EEB0-471B-B328-80269C150AF6}">
          <p14:sldIdLst>
            <p14:sldId id="270"/>
          </p14:sldIdLst>
        </p14:section>
        <p14:section name="Section 11" id="{8B0C982C-8455-4BD1-990F-B014B0C6AF42}">
          <p14:sldIdLst>
            <p14:sldId id="269"/>
          </p14:sldIdLst>
        </p14:section>
        <p14:section name="Section 12" id="{E8E592D2-39E2-48AE-9A9F-422BAF2332AE}">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C1DB97-88D3-4E04-ACA9-0E3339159593}" v="100" dt="2025-07-22T17:37:57.8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dab Hussain" userId="0f634b01f6a75549" providerId="LiveId" clId="{65C1DB97-88D3-4E04-ACA9-0E3339159593}"/>
    <pc:docChg chg="undo custSel addSld delSld modSld addSection modSection">
      <pc:chgData name="shadab Hussain" userId="0f634b01f6a75549" providerId="LiveId" clId="{65C1DB97-88D3-4E04-ACA9-0E3339159593}" dt="2025-07-22T17:38:03.813" v="684" actId="403"/>
      <pc:docMkLst>
        <pc:docMk/>
      </pc:docMkLst>
      <pc:sldChg chg="addSp delSp modSp mod modTransition delAnim modAnim">
        <pc:chgData name="shadab Hussain" userId="0f634b01f6a75549" providerId="LiveId" clId="{65C1DB97-88D3-4E04-ACA9-0E3339159593}" dt="2025-07-21T18:24:57.273" v="511" actId="478"/>
        <pc:sldMkLst>
          <pc:docMk/>
          <pc:sldMk cId="3812460420" sldId="256"/>
        </pc:sldMkLst>
        <pc:spChg chg="mod">
          <ac:chgData name="shadab Hussain" userId="0f634b01f6a75549" providerId="LiveId" clId="{65C1DB97-88D3-4E04-ACA9-0E3339159593}" dt="2025-07-21T17:47:19.914" v="466" actId="1076"/>
          <ac:spMkLst>
            <pc:docMk/>
            <pc:sldMk cId="3812460420" sldId="256"/>
            <ac:spMk id="3" creationId="{965E7739-D34B-5978-56ED-9EC6AB0B505F}"/>
          </ac:spMkLst>
        </pc:spChg>
        <pc:picChg chg="add mod">
          <ac:chgData name="shadab Hussain" userId="0f634b01f6a75549" providerId="LiveId" clId="{65C1DB97-88D3-4E04-ACA9-0E3339159593}" dt="2025-07-21T17:56:06.608" v="467" actId="931"/>
          <ac:picMkLst>
            <pc:docMk/>
            <pc:sldMk cId="3812460420" sldId="256"/>
            <ac:picMk id="9" creationId="{CD4A1BEE-FF1E-EDED-F398-9B4E603EBD68}"/>
          </ac:picMkLst>
        </pc:picChg>
        <pc:picChg chg="add del mod">
          <ac:chgData name="shadab Hussain" userId="0f634b01f6a75549" providerId="LiveId" clId="{65C1DB97-88D3-4E04-ACA9-0E3339159593}" dt="2025-07-21T18:07:48.423" v="482"/>
          <ac:picMkLst>
            <pc:docMk/>
            <pc:sldMk cId="3812460420" sldId="256"/>
            <ac:picMk id="15" creationId="{70B0167C-2D77-7843-8C96-D959340575A8}"/>
          </ac:picMkLst>
        </pc:picChg>
        <pc:picChg chg="add del mod">
          <ac:chgData name="shadab Hussain" userId="0f634b01f6a75549" providerId="LiveId" clId="{65C1DB97-88D3-4E04-ACA9-0E3339159593}" dt="2025-07-21T18:09:27.720" v="494"/>
          <ac:picMkLst>
            <pc:docMk/>
            <pc:sldMk cId="3812460420" sldId="256"/>
            <ac:picMk id="16" creationId="{240A485E-A1D7-3700-23DA-DDCCC29D883B}"/>
          </ac:picMkLst>
        </pc:picChg>
        <pc:picChg chg="add del mod ord">
          <ac:chgData name="shadab Hussain" userId="0f634b01f6a75549" providerId="LiveId" clId="{65C1DB97-88D3-4E04-ACA9-0E3339159593}" dt="2025-07-21T18:12:19.085" v="495"/>
          <ac:picMkLst>
            <pc:docMk/>
            <pc:sldMk cId="3812460420" sldId="256"/>
            <ac:picMk id="26" creationId="{2892BB6D-EA19-1060-64F5-1E1E17E15E5B}"/>
          </ac:picMkLst>
        </pc:picChg>
        <pc:picChg chg="add del mod">
          <ac:chgData name="shadab Hussain" userId="0f634b01f6a75549" providerId="LiveId" clId="{65C1DB97-88D3-4E04-ACA9-0E3339159593}" dt="2025-07-21T18:18:28.469" v="496" actId="478"/>
          <ac:picMkLst>
            <pc:docMk/>
            <pc:sldMk cId="3812460420" sldId="256"/>
            <ac:picMk id="27" creationId="{560DC61E-9893-55CF-0DFD-45B93C66EADD}"/>
          </ac:picMkLst>
        </pc:picChg>
        <pc:picChg chg="add del mod">
          <ac:chgData name="shadab Hussain" userId="0f634b01f6a75549" providerId="LiveId" clId="{65C1DB97-88D3-4E04-ACA9-0E3339159593}" dt="2025-07-21T18:21:16.992" v="510"/>
          <ac:picMkLst>
            <pc:docMk/>
            <pc:sldMk cId="3812460420" sldId="256"/>
            <ac:picMk id="35" creationId="{DD56B43C-B61C-FE18-7E7D-2B429F0EF7AA}"/>
          </ac:picMkLst>
        </pc:picChg>
        <pc:picChg chg="add del mod">
          <ac:chgData name="shadab Hussain" userId="0f634b01f6a75549" providerId="LiveId" clId="{65C1DB97-88D3-4E04-ACA9-0E3339159593}" dt="2025-07-21T18:24:57.273" v="511" actId="478"/>
          <ac:picMkLst>
            <pc:docMk/>
            <pc:sldMk cId="3812460420" sldId="256"/>
            <ac:picMk id="36" creationId="{110A8E66-5423-EBFB-3E2A-5580D916A615}"/>
          </ac:picMkLst>
        </pc:picChg>
      </pc:sldChg>
      <pc:sldChg chg="addSp delSp modSp mod modTransition delAnim">
        <pc:chgData name="shadab Hussain" userId="0f634b01f6a75549" providerId="LiveId" clId="{65C1DB97-88D3-4E04-ACA9-0E3339159593}" dt="2025-07-21T18:25:00.108" v="512" actId="478"/>
        <pc:sldMkLst>
          <pc:docMk/>
          <pc:sldMk cId="3071136496" sldId="259"/>
        </pc:sldMkLst>
        <pc:picChg chg="add del mod">
          <ac:chgData name="shadab Hussain" userId="0f634b01f6a75549" providerId="LiveId" clId="{65C1DB97-88D3-4E04-ACA9-0E3339159593}" dt="2025-07-21T18:12:19.085" v="495"/>
          <ac:picMkLst>
            <pc:docMk/>
            <pc:sldMk cId="3071136496" sldId="259"/>
            <ac:picMk id="19" creationId="{5D8F4A22-D0CE-5C4B-1B73-FC07278A1EC4}"/>
          </ac:picMkLst>
        </pc:picChg>
        <pc:picChg chg="add del mod">
          <ac:chgData name="shadab Hussain" userId="0f634b01f6a75549" providerId="LiveId" clId="{65C1DB97-88D3-4E04-ACA9-0E3339159593}" dt="2025-07-21T18:18:31.453" v="497" actId="478"/>
          <ac:picMkLst>
            <pc:docMk/>
            <pc:sldMk cId="3071136496" sldId="259"/>
            <ac:picMk id="21" creationId="{7D7E6ACE-B497-4948-B73F-09A3728AB4BE}"/>
          </ac:picMkLst>
        </pc:picChg>
        <pc:picChg chg="add del mod">
          <ac:chgData name="shadab Hussain" userId="0f634b01f6a75549" providerId="LiveId" clId="{65C1DB97-88D3-4E04-ACA9-0E3339159593}" dt="2025-07-21T18:25:00.108" v="512" actId="478"/>
          <ac:picMkLst>
            <pc:docMk/>
            <pc:sldMk cId="3071136496" sldId="259"/>
            <ac:picMk id="29" creationId="{E010C5A1-FD21-BA65-036F-9BC12A1C2C31}"/>
          </ac:picMkLst>
        </pc:picChg>
      </pc:sldChg>
      <pc:sldChg chg="addSp delSp modSp mod modTransition delAnim">
        <pc:chgData name="shadab Hussain" userId="0f634b01f6a75549" providerId="LiveId" clId="{65C1DB97-88D3-4E04-ACA9-0E3339159593}" dt="2025-07-21T18:19:44.321" v="509"/>
        <pc:sldMkLst>
          <pc:docMk/>
          <pc:sldMk cId="2943422559" sldId="260"/>
        </pc:sldMkLst>
        <pc:picChg chg="add del mod">
          <ac:chgData name="shadab Hussain" userId="0f634b01f6a75549" providerId="LiveId" clId="{65C1DB97-88D3-4E04-ACA9-0E3339159593}" dt="2025-07-21T18:18:35.772" v="498" actId="478"/>
          <ac:picMkLst>
            <pc:docMk/>
            <pc:sldMk cId="2943422559" sldId="260"/>
            <ac:picMk id="11" creationId="{3E5EBD5A-9B14-96B2-9E9A-63CECBB80493}"/>
          </ac:picMkLst>
        </pc:picChg>
      </pc:sldChg>
      <pc:sldChg chg="addSp delSp modSp mod modTransition delAnim modAnim">
        <pc:chgData name="shadab Hussain" userId="0f634b01f6a75549" providerId="LiveId" clId="{65C1DB97-88D3-4E04-ACA9-0E3339159593}" dt="2025-07-21T18:19:44.321" v="509"/>
        <pc:sldMkLst>
          <pc:docMk/>
          <pc:sldMk cId="2047680459" sldId="261"/>
        </pc:sldMkLst>
        <pc:picChg chg="add del mod">
          <ac:chgData name="shadab Hussain" userId="0f634b01f6a75549" providerId="LiveId" clId="{65C1DB97-88D3-4E04-ACA9-0E3339159593}" dt="2025-07-21T18:09:27.720" v="494"/>
          <ac:picMkLst>
            <pc:docMk/>
            <pc:sldMk cId="2047680459" sldId="261"/>
            <ac:picMk id="9" creationId="{058E44C5-9409-4CF3-061F-263B418C944D}"/>
          </ac:picMkLst>
        </pc:picChg>
        <pc:picChg chg="add del mod ord">
          <ac:chgData name="shadab Hussain" userId="0f634b01f6a75549" providerId="LiveId" clId="{65C1DB97-88D3-4E04-ACA9-0E3339159593}" dt="2025-07-21T18:18:38.887" v="499" actId="478"/>
          <ac:picMkLst>
            <pc:docMk/>
            <pc:sldMk cId="2047680459" sldId="261"/>
            <ac:picMk id="18" creationId="{161BB3D9-0CA2-5594-E1C0-9FD276DC22AA}"/>
          </ac:picMkLst>
        </pc:picChg>
      </pc:sldChg>
      <pc:sldChg chg="addSp delSp modSp mod modTransition delAnim">
        <pc:chgData name="shadab Hussain" userId="0f634b01f6a75549" providerId="LiveId" clId="{65C1DB97-88D3-4E04-ACA9-0E3339159593}" dt="2025-07-21T18:19:44.321" v="509"/>
        <pc:sldMkLst>
          <pc:docMk/>
          <pc:sldMk cId="3453650882" sldId="262"/>
        </pc:sldMkLst>
        <pc:picChg chg="add del mod">
          <ac:chgData name="shadab Hussain" userId="0f634b01f6a75549" providerId="LiveId" clId="{65C1DB97-88D3-4E04-ACA9-0E3339159593}" dt="2025-07-21T18:19:14.878" v="506" actId="478"/>
          <ac:picMkLst>
            <pc:docMk/>
            <pc:sldMk cId="3453650882" sldId="262"/>
            <ac:picMk id="20" creationId="{612D1C4E-2715-6E9F-8270-65D5635FF976}"/>
          </ac:picMkLst>
        </pc:picChg>
      </pc:sldChg>
      <pc:sldChg chg="addSp delSp modSp add mod modTransition delAnim">
        <pc:chgData name="shadab Hussain" userId="0f634b01f6a75549" providerId="LiveId" clId="{65C1DB97-88D3-4E04-ACA9-0E3339159593}" dt="2025-07-21T18:19:44.321" v="509"/>
        <pc:sldMkLst>
          <pc:docMk/>
          <pc:sldMk cId="4076998974" sldId="263"/>
        </pc:sldMkLst>
        <pc:spChg chg="add mod">
          <ac:chgData name="shadab Hussain" userId="0f634b01f6a75549" providerId="LiveId" clId="{65C1DB97-88D3-4E04-ACA9-0E3339159593}" dt="2025-07-19T18:25:48.921" v="289" actId="20577"/>
          <ac:spMkLst>
            <pc:docMk/>
            <pc:sldMk cId="4076998974" sldId="263"/>
            <ac:spMk id="4" creationId="{25D4525E-1F85-A7A6-41DD-1D05B84637E0}"/>
          </ac:spMkLst>
        </pc:spChg>
        <pc:spChg chg="add mod">
          <ac:chgData name="shadab Hussain" userId="0f634b01f6a75549" providerId="LiveId" clId="{65C1DB97-88D3-4E04-ACA9-0E3339159593}" dt="2025-07-19T18:25:27.082" v="271" actId="20577"/>
          <ac:spMkLst>
            <pc:docMk/>
            <pc:sldMk cId="4076998974" sldId="263"/>
            <ac:spMk id="6" creationId="{76596E2A-A7CC-BCAA-EE24-1554F96DB96C}"/>
          </ac:spMkLst>
        </pc:spChg>
        <pc:spChg chg="add mod">
          <ac:chgData name="shadab Hussain" userId="0f634b01f6a75549" providerId="LiveId" clId="{65C1DB97-88D3-4E04-ACA9-0E3339159593}" dt="2025-07-17T07:30:59.874" v="24" actId="20577"/>
          <ac:spMkLst>
            <pc:docMk/>
            <pc:sldMk cId="4076998974" sldId="263"/>
            <ac:spMk id="7" creationId="{7204470F-9125-17E2-79E0-CAF390D50669}"/>
          </ac:spMkLst>
        </pc:spChg>
        <pc:spChg chg="add mod">
          <ac:chgData name="shadab Hussain" userId="0f634b01f6a75549" providerId="LiveId" clId="{65C1DB97-88D3-4E04-ACA9-0E3339159593}" dt="2025-07-17T07:38:23.847" v="36"/>
          <ac:spMkLst>
            <pc:docMk/>
            <pc:sldMk cId="4076998974" sldId="263"/>
            <ac:spMk id="9" creationId="{5C569482-6B42-B639-7BF5-7D5A82B2F84F}"/>
          </ac:spMkLst>
        </pc:spChg>
        <pc:picChg chg="add mod">
          <ac:chgData name="shadab Hussain" userId="0f634b01f6a75549" providerId="LiveId" clId="{65C1DB97-88D3-4E04-ACA9-0E3339159593}" dt="2025-07-19T17:43:09.634" v="117" actId="14100"/>
          <ac:picMkLst>
            <pc:docMk/>
            <pc:sldMk cId="4076998974" sldId="263"/>
            <ac:picMk id="3" creationId="{5D18317C-CC07-6A64-F87B-EC23D9B17205}"/>
          </ac:picMkLst>
        </pc:picChg>
        <pc:picChg chg="add mod">
          <ac:chgData name="shadab Hussain" userId="0f634b01f6a75549" providerId="LiveId" clId="{65C1DB97-88D3-4E04-ACA9-0E3339159593}" dt="2025-07-17T07:31:06.560" v="25" actId="1076"/>
          <ac:picMkLst>
            <pc:docMk/>
            <pc:sldMk cId="4076998974" sldId="263"/>
            <ac:picMk id="5" creationId="{EE20DBD2-381D-6F6C-4F20-6F7893263022}"/>
          </ac:picMkLst>
        </pc:picChg>
        <pc:picChg chg="add del mod">
          <ac:chgData name="shadab Hussain" userId="0f634b01f6a75549" providerId="LiveId" clId="{65C1DB97-88D3-4E04-ACA9-0E3339159593}" dt="2025-07-21T18:19:11.772" v="505" actId="478"/>
          <ac:picMkLst>
            <pc:docMk/>
            <pc:sldMk cId="4076998974" sldId="263"/>
            <ac:picMk id="10" creationId="{41BDAC78-CCAF-0774-26AD-6E6D3115C632}"/>
          </ac:picMkLst>
        </pc:picChg>
      </pc:sldChg>
      <pc:sldChg chg="addSp delSp modSp add mod modTransition">
        <pc:chgData name="shadab Hussain" userId="0f634b01f6a75549" providerId="LiveId" clId="{65C1DB97-88D3-4E04-ACA9-0E3339159593}" dt="2025-07-21T18:19:44.321" v="509"/>
        <pc:sldMkLst>
          <pc:docMk/>
          <pc:sldMk cId="2948912878" sldId="264"/>
        </pc:sldMkLst>
        <pc:spChg chg="add mod">
          <ac:chgData name="shadab Hussain" userId="0f634b01f6a75549" providerId="LiveId" clId="{65C1DB97-88D3-4E04-ACA9-0E3339159593}" dt="2025-07-19T17:51:09.799" v="127"/>
          <ac:spMkLst>
            <pc:docMk/>
            <pc:sldMk cId="2948912878" sldId="264"/>
            <ac:spMk id="4" creationId="{9441C72F-111C-AAAC-B225-F03095BD7157}"/>
          </ac:spMkLst>
        </pc:spChg>
        <pc:spChg chg="add mod">
          <ac:chgData name="shadab Hussain" userId="0f634b01f6a75549" providerId="LiveId" clId="{65C1DB97-88D3-4E04-ACA9-0E3339159593}" dt="2025-07-19T18:18:31.219" v="185" actId="1076"/>
          <ac:spMkLst>
            <pc:docMk/>
            <pc:sldMk cId="2948912878" sldId="264"/>
            <ac:spMk id="5" creationId="{E43BC020-946F-F124-107A-58744F7DA363}"/>
          </ac:spMkLst>
        </pc:spChg>
        <pc:spChg chg="add mod">
          <ac:chgData name="shadab Hussain" userId="0f634b01f6a75549" providerId="LiveId" clId="{65C1DB97-88D3-4E04-ACA9-0E3339159593}" dt="2025-07-19T18:26:29.107" v="327" actId="20577"/>
          <ac:spMkLst>
            <pc:docMk/>
            <pc:sldMk cId="2948912878" sldId="264"/>
            <ac:spMk id="7" creationId="{30FB69B4-5D1A-D370-3447-4F0059CD99BA}"/>
          </ac:spMkLst>
        </pc:spChg>
        <pc:spChg chg="mod">
          <ac:chgData name="shadab Hussain" userId="0f634b01f6a75549" providerId="LiveId" clId="{65C1DB97-88D3-4E04-ACA9-0E3339159593}" dt="2025-07-19T18:16:03.953" v="164" actId="1076"/>
          <ac:spMkLst>
            <pc:docMk/>
            <pc:sldMk cId="2948912878" sldId="264"/>
            <ac:spMk id="9" creationId="{B9845E5D-DE73-20B1-D550-1F1208F9EE19}"/>
          </ac:spMkLst>
        </pc:spChg>
        <pc:picChg chg="add mod">
          <ac:chgData name="shadab Hussain" userId="0f634b01f6a75549" providerId="LiveId" clId="{65C1DB97-88D3-4E04-ACA9-0E3339159593}" dt="2025-07-19T17:24:29.202" v="76" actId="14100"/>
          <ac:picMkLst>
            <pc:docMk/>
            <pc:sldMk cId="2948912878" sldId="264"/>
            <ac:picMk id="3" creationId="{58B3B258-F366-7AB3-91AE-50D9D076EFCF}"/>
          </ac:picMkLst>
        </pc:picChg>
        <pc:picChg chg="add mod">
          <ac:chgData name="shadab Hussain" userId="0f634b01f6a75549" providerId="LiveId" clId="{65C1DB97-88D3-4E04-ACA9-0E3339159593}" dt="2025-07-17T07:43:17.421" v="55" actId="1076"/>
          <ac:picMkLst>
            <pc:docMk/>
            <pc:sldMk cId="2948912878" sldId="264"/>
            <ac:picMk id="6" creationId="{64890CB3-F599-4BA7-C46B-4A6E0ECEA66E}"/>
          </ac:picMkLst>
        </pc:picChg>
      </pc:sldChg>
      <pc:sldChg chg="addSp delSp modSp add mod modTransition modAnim">
        <pc:chgData name="shadab Hussain" userId="0f634b01f6a75549" providerId="LiveId" clId="{65C1DB97-88D3-4E04-ACA9-0E3339159593}" dt="2025-07-21T18:19:44.321" v="509"/>
        <pc:sldMkLst>
          <pc:docMk/>
          <pc:sldMk cId="2988326260" sldId="265"/>
        </pc:sldMkLst>
        <pc:spChg chg="add mod">
          <ac:chgData name="shadab Hussain" userId="0f634b01f6a75549" providerId="LiveId" clId="{65C1DB97-88D3-4E04-ACA9-0E3339159593}" dt="2025-07-19T18:16:31.665" v="172" actId="1076"/>
          <ac:spMkLst>
            <pc:docMk/>
            <pc:sldMk cId="2988326260" sldId="265"/>
            <ac:spMk id="11" creationId="{810E3248-76B6-E430-981C-19FF0981BEE1}"/>
          </ac:spMkLst>
        </pc:spChg>
        <pc:spChg chg="add mod">
          <ac:chgData name="shadab Hussain" userId="0f634b01f6a75549" providerId="LiveId" clId="{65C1DB97-88D3-4E04-ACA9-0E3339159593}" dt="2025-07-19T17:56:51.548" v="132"/>
          <ac:spMkLst>
            <pc:docMk/>
            <pc:sldMk cId="2988326260" sldId="265"/>
            <ac:spMk id="12" creationId="{C93223E2-FE7E-FA44-0FD0-C2E2001A8C36}"/>
          </ac:spMkLst>
        </pc:spChg>
        <pc:spChg chg="add mod">
          <ac:chgData name="shadab Hussain" userId="0f634b01f6a75549" providerId="LiveId" clId="{65C1DB97-88D3-4E04-ACA9-0E3339159593}" dt="2025-07-19T18:19:36.770" v="190" actId="1076"/>
          <ac:spMkLst>
            <pc:docMk/>
            <pc:sldMk cId="2988326260" sldId="265"/>
            <ac:spMk id="13" creationId="{BCFB67F8-34E4-2B48-AB65-541F17E7429E}"/>
          </ac:spMkLst>
        </pc:spChg>
        <pc:spChg chg="add mod">
          <ac:chgData name="shadab Hussain" userId="0f634b01f6a75549" providerId="LiveId" clId="{65C1DB97-88D3-4E04-ACA9-0E3339159593}" dt="2025-07-19T18:23:58.514" v="236" actId="1076"/>
          <ac:spMkLst>
            <pc:docMk/>
            <pc:sldMk cId="2988326260" sldId="265"/>
            <ac:spMk id="22" creationId="{5B2FFE54-4054-AAAB-6AAB-46C1BFEDDABA}"/>
          </ac:spMkLst>
        </pc:spChg>
        <pc:picChg chg="add mod">
          <ac:chgData name="shadab Hussain" userId="0f634b01f6a75549" providerId="LiveId" clId="{65C1DB97-88D3-4E04-ACA9-0E3339159593}" dt="2025-07-19T17:27:13.618" v="85" actId="14100"/>
          <ac:picMkLst>
            <pc:docMk/>
            <pc:sldMk cId="2988326260" sldId="265"/>
            <ac:picMk id="4" creationId="{6914616A-CDFB-A6E6-DE82-FE30CFD316A9}"/>
          </ac:picMkLst>
        </pc:picChg>
        <pc:picChg chg="add del mod">
          <ac:chgData name="shadab Hussain" userId="0f634b01f6a75549" providerId="LiveId" clId="{65C1DB97-88D3-4E04-ACA9-0E3339159593}" dt="2025-07-21T18:09:27.720" v="494"/>
          <ac:picMkLst>
            <pc:docMk/>
            <pc:sldMk cId="2988326260" sldId="265"/>
            <ac:picMk id="5" creationId="{DF96F96E-0710-A289-D3DE-E8F4BE607140}"/>
          </ac:picMkLst>
        </pc:picChg>
        <pc:picChg chg="add mod">
          <ac:chgData name="shadab Hussain" userId="0f634b01f6a75549" providerId="LiveId" clId="{65C1DB97-88D3-4E04-ACA9-0E3339159593}" dt="2025-07-19T17:45:52.739" v="125" actId="14100"/>
          <ac:picMkLst>
            <pc:docMk/>
            <pc:sldMk cId="2988326260" sldId="265"/>
            <ac:picMk id="10" creationId="{BCA97620-0D03-5473-2BAF-05F9AB5F4F8E}"/>
          </ac:picMkLst>
        </pc:picChg>
        <pc:picChg chg="add del mod ord">
          <ac:chgData name="shadab Hussain" userId="0f634b01f6a75549" providerId="LiveId" clId="{65C1DB97-88D3-4E04-ACA9-0E3339159593}" dt="2025-07-21T18:19:07.088" v="504" actId="478"/>
          <ac:picMkLst>
            <pc:docMk/>
            <pc:sldMk cId="2988326260" sldId="265"/>
            <ac:picMk id="14" creationId="{D47F32DF-7EA2-2202-E060-FE6C30B9C340}"/>
          </ac:picMkLst>
        </pc:picChg>
      </pc:sldChg>
      <pc:sldChg chg="addSp delSp modSp add mod modTransition">
        <pc:chgData name="shadab Hussain" userId="0f634b01f6a75549" providerId="LiveId" clId="{65C1DB97-88D3-4E04-ACA9-0E3339159593}" dt="2025-07-21T18:19:44.321" v="509"/>
        <pc:sldMkLst>
          <pc:docMk/>
          <pc:sldMk cId="2258216393" sldId="266"/>
        </pc:sldMkLst>
        <pc:spChg chg="add mod">
          <ac:chgData name="shadab Hussain" userId="0f634b01f6a75549" providerId="LiveId" clId="{65C1DB97-88D3-4E04-ACA9-0E3339159593}" dt="2025-07-19T18:28:17.571" v="363" actId="1076"/>
          <ac:spMkLst>
            <pc:docMk/>
            <pc:sldMk cId="2258216393" sldId="266"/>
            <ac:spMk id="7" creationId="{98E5E9F2-1E39-28BE-5796-7BD944672868}"/>
          </ac:spMkLst>
        </pc:spChg>
        <pc:spChg chg="add mod">
          <ac:chgData name="shadab Hussain" userId="0f634b01f6a75549" providerId="LiveId" clId="{65C1DB97-88D3-4E04-ACA9-0E3339159593}" dt="2025-07-19T18:07:33.291" v="137"/>
          <ac:spMkLst>
            <pc:docMk/>
            <pc:sldMk cId="2258216393" sldId="266"/>
            <ac:spMk id="8" creationId="{E034F487-B274-6450-E8CE-E1E47DFC7FE1}"/>
          </ac:spMkLst>
        </pc:spChg>
        <pc:spChg chg="add mod">
          <ac:chgData name="shadab Hussain" userId="0f634b01f6a75549" providerId="LiveId" clId="{65C1DB97-88D3-4E04-ACA9-0E3339159593}" dt="2025-07-19T18:28:24.514" v="366" actId="1076"/>
          <ac:spMkLst>
            <pc:docMk/>
            <pc:sldMk cId="2258216393" sldId="266"/>
            <ac:spMk id="9" creationId="{D52A88FC-686C-5835-CBE3-D3EDEB79F4DE}"/>
          </ac:spMkLst>
        </pc:spChg>
        <pc:spChg chg="add mod">
          <ac:chgData name="shadab Hussain" userId="0f634b01f6a75549" providerId="LiveId" clId="{65C1DB97-88D3-4E04-ACA9-0E3339159593}" dt="2025-07-19T18:27:04.923" v="356" actId="20577"/>
          <ac:spMkLst>
            <pc:docMk/>
            <pc:sldMk cId="2258216393" sldId="266"/>
            <ac:spMk id="10" creationId="{22EBE754-2AAE-937A-E1F3-66ED9EAEA0FF}"/>
          </ac:spMkLst>
        </pc:spChg>
        <pc:picChg chg="add mod">
          <ac:chgData name="shadab Hussain" userId="0f634b01f6a75549" providerId="LiveId" clId="{65C1DB97-88D3-4E04-ACA9-0E3339159593}" dt="2025-07-19T17:30:30.433" v="102" actId="14100"/>
          <ac:picMkLst>
            <pc:docMk/>
            <pc:sldMk cId="2258216393" sldId="266"/>
            <ac:picMk id="3" creationId="{2ED6EC77-70DE-4054-2DE6-C66EA9C8BCE5}"/>
          </ac:picMkLst>
        </pc:picChg>
        <pc:picChg chg="add mod">
          <ac:chgData name="shadab Hussain" userId="0f634b01f6a75549" providerId="LiveId" clId="{65C1DB97-88D3-4E04-ACA9-0E3339159593}" dt="2025-07-19T17:31:07.682" v="110" actId="14100"/>
          <ac:picMkLst>
            <pc:docMk/>
            <pc:sldMk cId="2258216393" sldId="266"/>
            <ac:picMk id="6" creationId="{142D8192-8AF4-CD94-0A85-42A28399778B}"/>
          </ac:picMkLst>
        </pc:picChg>
      </pc:sldChg>
      <pc:sldChg chg="addSp delSp modSp add del mod modTransition modAnim">
        <pc:chgData name="shadab Hussain" userId="0f634b01f6a75549" providerId="LiveId" clId="{65C1DB97-88D3-4E04-ACA9-0E3339159593}" dt="2025-07-21T18:28:43.340" v="513" actId="2696"/>
        <pc:sldMkLst>
          <pc:docMk/>
          <pc:sldMk cId="2907632887" sldId="267"/>
        </pc:sldMkLst>
        <pc:graphicFrameChg chg="add del mod modGraphic">
          <ac:chgData name="shadab Hussain" userId="0f634b01f6a75549" providerId="LiveId" clId="{65C1DB97-88D3-4E04-ACA9-0E3339159593}" dt="2025-07-21T17:57:40.412" v="476" actId="478"/>
          <ac:graphicFrameMkLst>
            <pc:docMk/>
            <pc:sldMk cId="2907632887" sldId="267"/>
            <ac:graphicFrameMk id="2" creationId="{5BCF1B28-6647-5375-B9EB-F925997BE690}"/>
          </ac:graphicFrameMkLst>
        </pc:graphicFrameChg>
        <pc:picChg chg="add del mod">
          <ac:chgData name="shadab Hussain" userId="0f634b01f6a75549" providerId="LiveId" clId="{65C1DB97-88D3-4E04-ACA9-0E3339159593}" dt="2025-07-21T18:09:27.720" v="494"/>
          <ac:picMkLst>
            <pc:docMk/>
            <pc:sldMk cId="2907632887" sldId="267"/>
            <ac:picMk id="4" creationId="{1FCBACA6-1704-A466-2235-418BC6E44CFF}"/>
          </ac:picMkLst>
        </pc:picChg>
        <pc:picChg chg="add del mod ord">
          <ac:chgData name="shadab Hussain" userId="0f634b01f6a75549" providerId="LiveId" clId="{65C1DB97-88D3-4E04-ACA9-0E3339159593}" dt="2025-07-21T18:18:53.563" v="502" actId="478"/>
          <ac:picMkLst>
            <pc:docMk/>
            <pc:sldMk cId="2907632887" sldId="267"/>
            <ac:picMk id="7" creationId="{22365DCE-F674-C3D9-8F28-337E9A36DCAD}"/>
          </ac:picMkLst>
        </pc:picChg>
      </pc:sldChg>
      <pc:sldChg chg="addSp delSp modSp add mod modTransition modAnim">
        <pc:chgData name="shadab Hussain" userId="0f634b01f6a75549" providerId="LiveId" clId="{65C1DB97-88D3-4E04-ACA9-0E3339159593}" dt="2025-07-21T18:19:44.321" v="509"/>
        <pc:sldMkLst>
          <pc:docMk/>
          <pc:sldMk cId="2285149753" sldId="268"/>
        </pc:sldMkLst>
        <pc:spChg chg="add mod">
          <ac:chgData name="shadab Hussain" userId="0f634b01f6a75549" providerId="LiveId" clId="{65C1DB97-88D3-4E04-ACA9-0E3339159593}" dt="2025-07-21T17:45:02.204" v="447" actId="20577"/>
          <ac:spMkLst>
            <pc:docMk/>
            <pc:sldMk cId="2285149753" sldId="268"/>
            <ac:spMk id="2" creationId="{23DD0135-6CA5-011F-D132-971275FE8784}"/>
          </ac:spMkLst>
        </pc:spChg>
        <pc:spChg chg="add del mod">
          <ac:chgData name="shadab Hussain" userId="0f634b01f6a75549" providerId="LiveId" clId="{65C1DB97-88D3-4E04-ACA9-0E3339159593}" dt="2025-07-21T17:45:07.814" v="449" actId="478"/>
          <ac:spMkLst>
            <pc:docMk/>
            <pc:sldMk cId="2285149753" sldId="268"/>
            <ac:spMk id="3" creationId="{8D7CDA93-8331-5DC2-DCF3-AB2002613B9C}"/>
          </ac:spMkLst>
        </pc:spChg>
        <pc:spChg chg="add mod">
          <ac:chgData name="shadab Hussain" userId="0f634b01f6a75549" providerId="LiveId" clId="{65C1DB97-88D3-4E04-ACA9-0E3339159593}" dt="2025-07-21T17:45:18.329" v="452" actId="14100"/>
          <ac:spMkLst>
            <pc:docMk/>
            <pc:sldMk cId="2285149753" sldId="268"/>
            <ac:spMk id="5" creationId="{5C9C48E7-E1FF-3170-6C6B-187AD6BEA302}"/>
          </ac:spMkLst>
        </pc:spChg>
        <pc:picChg chg="add del mod">
          <ac:chgData name="shadab Hussain" userId="0f634b01f6a75549" providerId="LiveId" clId="{65C1DB97-88D3-4E04-ACA9-0E3339159593}" dt="2025-07-21T18:09:27.720" v="494"/>
          <ac:picMkLst>
            <pc:docMk/>
            <pc:sldMk cId="2285149753" sldId="268"/>
            <ac:picMk id="7" creationId="{D4C952F6-4E84-2B8E-9281-AE078453560F}"/>
          </ac:picMkLst>
        </pc:picChg>
        <pc:picChg chg="add del mod ord">
          <ac:chgData name="shadab Hussain" userId="0f634b01f6a75549" providerId="LiveId" clId="{65C1DB97-88D3-4E04-ACA9-0E3339159593}" dt="2025-07-21T18:18:50.761" v="501" actId="478"/>
          <ac:picMkLst>
            <pc:docMk/>
            <pc:sldMk cId="2285149753" sldId="268"/>
            <ac:picMk id="9" creationId="{D6CF26BB-EB7F-135F-31D3-0EFBC391ED2E}"/>
          </ac:picMkLst>
        </pc:picChg>
      </pc:sldChg>
      <pc:sldChg chg="addSp delSp modSp add mod modTransition modAnim">
        <pc:chgData name="shadab Hussain" userId="0f634b01f6a75549" providerId="LiveId" clId="{65C1DB97-88D3-4E04-ACA9-0E3339159593}" dt="2025-07-21T18:19:44.321" v="509"/>
        <pc:sldMkLst>
          <pc:docMk/>
          <pc:sldMk cId="1258680263" sldId="269"/>
        </pc:sldMkLst>
        <pc:spChg chg="add mod">
          <ac:chgData name="shadab Hussain" userId="0f634b01f6a75549" providerId="LiveId" clId="{65C1DB97-88D3-4E04-ACA9-0E3339159593}" dt="2025-07-19T18:30:16.259" v="424" actId="14100"/>
          <ac:spMkLst>
            <pc:docMk/>
            <pc:sldMk cId="1258680263" sldId="269"/>
            <ac:spMk id="4" creationId="{9F6002D0-F568-85DC-D7E6-D638AA536829}"/>
          </ac:spMkLst>
        </pc:spChg>
        <pc:picChg chg="add mod">
          <ac:chgData name="shadab Hussain" userId="0f634b01f6a75549" providerId="LiveId" clId="{65C1DB97-88D3-4E04-ACA9-0E3339159593}" dt="2025-07-19T18:29:38.778" v="401" actId="1076"/>
          <ac:picMkLst>
            <pc:docMk/>
            <pc:sldMk cId="1258680263" sldId="269"/>
            <ac:picMk id="3" creationId="{7C351A93-FFC0-AC57-EBDD-837A8AEFFE86}"/>
          </ac:picMkLst>
        </pc:picChg>
        <pc:picChg chg="add del mod">
          <ac:chgData name="shadab Hussain" userId="0f634b01f6a75549" providerId="LiveId" clId="{65C1DB97-88D3-4E04-ACA9-0E3339159593}" dt="2025-07-21T18:09:27.720" v="494"/>
          <ac:picMkLst>
            <pc:docMk/>
            <pc:sldMk cId="1258680263" sldId="269"/>
            <ac:picMk id="6" creationId="{8D453877-AD9F-F338-0CB4-E9D462304AF6}"/>
          </ac:picMkLst>
        </pc:picChg>
        <pc:picChg chg="add del mod ord">
          <ac:chgData name="shadab Hussain" userId="0f634b01f6a75549" providerId="LiveId" clId="{65C1DB97-88D3-4E04-ACA9-0E3339159593}" dt="2025-07-21T18:18:59.884" v="503" actId="478"/>
          <ac:picMkLst>
            <pc:docMk/>
            <pc:sldMk cId="1258680263" sldId="269"/>
            <ac:picMk id="8" creationId="{93408785-C25C-3FDB-D68C-8DA58CE3D697}"/>
          </ac:picMkLst>
        </pc:picChg>
      </pc:sldChg>
      <pc:sldChg chg="addSp delSp modSp add mod modTransition modAnim">
        <pc:chgData name="shadab Hussain" userId="0f634b01f6a75549" providerId="LiveId" clId="{65C1DB97-88D3-4E04-ACA9-0E3339159593}" dt="2025-07-21T18:19:44.321" v="509"/>
        <pc:sldMkLst>
          <pc:docMk/>
          <pc:sldMk cId="3321631900" sldId="270"/>
        </pc:sldMkLst>
        <pc:spChg chg="add mod">
          <ac:chgData name="shadab Hussain" userId="0f634b01f6a75549" providerId="LiveId" clId="{65C1DB97-88D3-4E04-ACA9-0E3339159593}" dt="2025-07-19T18:14:09.804" v="149" actId="14100"/>
          <ac:spMkLst>
            <pc:docMk/>
            <pc:sldMk cId="3321631900" sldId="270"/>
            <ac:spMk id="6" creationId="{451F5958-BFB8-AF5B-F919-A22038FCAE8D}"/>
          </ac:spMkLst>
        </pc:spChg>
        <pc:spChg chg="add mod">
          <ac:chgData name="shadab Hussain" userId="0f634b01f6a75549" providerId="LiveId" clId="{65C1DB97-88D3-4E04-ACA9-0E3339159593}" dt="2025-07-19T18:29:46.477" v="409" actId="20577"/>
          <ac:spMkLst>
            <pc:docMk/>
            <pc:sldMk cId="3321631900" sldId="270"/>
            <ac:spMk id="7" creationId="{BD65CC72-1EDF-B350-5D5C-5824D6D5A0D7}"/>
          </ac:spMkLst>
        </pc:spChg>
        <pc:picChg chg="add mod">
          <ac:chgData name="shadab Hussain" userId="0f634b01f6a75549" providerId="LiveId" clId="{65C1DB97-88D3-4E04-ACA9-0E3339159593}" dt="2025-07-19T18:13:58.538" v="146" actId="1076"/>
          <ac:picMkLst>
            <pc:docMk/>
            <pc:sldMk cId="3321631900" sldId="270"/>
            <ac:picMk id="3" creationId="{0E84A194-3407-90C8-8365-69D989594583}"/>
          </ac:picMkLst>
        </pc:picChg>
        <pc:picChg chg="add mod">
          <ac:chgData name="shadab Hussain" userId="0f634b01f6a75549" providerId="LiveId" clId="{65C1DB97-88D3-4E04-ACA9-0E3339159593}" dt="2025-07-19T18:13:31.065" v="143" actId="1076"/>
          <ac:picMkLst>
            <pc:docMk/>
            <pc:sldMk cId="3321631900" sldId="270"/>
            <ac:picMk id="5" creationId="{F34F52E2-2615-36C0-21A8-1C545F4EC191}"/>
          </ac:picMkLst>
        </pc:picChg>
        <pc:picChg chg="add del mod">
          <ac:chgData name="shadab Hussain" userId="0f634b01f6a75549" providerId="LiveId" clId="{65C1DB97-88D3-4E04-ACA9-0E3339159593}" dt="2025-07-21T18:09:27.720" v="494"/>
          <ac:picMkLst>
            <pc:docMk/>
            <pc:sldMk cId="3321631900" sldId="270"/>
            <ac:picMk id="9" creationId="{0FB9BA9E-0353-D98C-75BB-F9E202687E44}"/>
          </ac:picMkLst>
        </pc:picChg>
        <pc:picChg chg="add del mod ord">
          <ac:chgData name="shadab Hussain" userId="0f634b01f6a75549" providerId="LiveId" clId="{65C1DB97-88D3-4E04-ACA9-0E3339159593}" dt="2025-07-21T18:18:47.986" v="500" actId="478"/>
          <ac:picMkLst>
            <pc:docMk/>
            <pc:sldMk cId="3321631900" sldId="270"/>
            <ac:picMk id="11" creationId="{D3CF7AC1-D30C-F778-A2E6-1B76163D866D}"/>
          </ac:picMkLst>
        </pc:picChg>
      </pc:sldChg>
      <pc:sldChg chg="addSp delSp modSp add mod">
        <pc:chgData name="shadab Hussain" userId="0f634b01f6a75549" providerId="LiveId" clId="{65C1DB97-88D3-4E04-ACA9-0E3339159593}" dt="2025-07-22T17:38:03.813" v="684" actId="403"/>
        <pc:sldMkLst>
          <pc:docMk/>
          <pc:sldMk cId="914067752" sldId="271"/>
        </pc:sldMkLst>
        <pc:spChg chg="del">
          <ac:chgData name="shadab Hussain" userId="0f634b01f6a75549" providerId="LiveId" clId="{65C1DB97-88D3-4E04-ACA9-0E3339159593}" dt="2025-07-22T17:32:45.321" v="517" actId="478"/>
          <ac:spMkLst>
            <pc:docMk/>
            <pc:sldMk cId="914067752" sldId="271"/>
            <ac:spMk id="2" creationId="{0CA2ECF5-873A-13F1-2316-97C96D6B083F}"/>
          </ac:spMkLst>
        </pc:spChg>
        <pc:spChg chg="del">
          <ac:chgData name="shadab Hussain" userId="0f634b01f6a75549" providerId="LiveId" clId="{65C1DB97-88D3-4E04-ACA9-0E3339159593}" dt="2025-07-22T17:32:37.582" v="515" actId="478"/>
          <ac:spMkLst>
            <pc:docMk/>
            <pc:sldMk cId="914067752" sldId="271"/>
            <ac:spMk id="3" creationId="{7D8B0341-4549-93AD-07B2-D5FB20486C5A}"/>
          </ac:spMkLst>
        </pc:spChg>
        <pc:spChg chg="add del mod">
          <ac:chgData name="shadab Hussain" userId="0f634b01f6a75549" providerId="LiveId" clId="{65C1DB97-88D3-4E04-ACA9-0E3339159593}" dt="2025-07-22T17:32:41.979" v="516" actId="478"/>
          <ac:spMkLst>
            <pc:docMk/>
            <pc:sldMk cId="914067752" sldId="271"/>
            <ac:spMk id="5" creationId="{5A82F362-3488-FD3E-76B7-662F6A60BED5}"/>
          </ac:spMkLst>
        </pc:spChg>
        <pc:spChg chg="add del mod">
          <ac:chgData name="shadab Hussain" userId="0f634b01f6a75549" providerId="LiveId" clId="{65C1DB97-88D3-4E04-ACA9-0E3339159593}" dt="2025-07-22T17:32:47.445" v="518" actId="478"/>
          <ac:spMkLst>
            <pc:docMk/>
            <pc:sldMk cId="914067752" sldId="271"/>
            <ac:spMk id="7" creationId="{4BFD4103-DDE8-5B9B-70C3-8EB0F217AB25}"/>
          </ac:spMkLst>
        </pc:spChg>
        <pc:spChg chg="add mod">
          <ac:chgData name="shadab Hussain" userId="0f634b01f6a75549" providerId="LiveId" clId="{65C1DB97-88D3-4E04-ACA9-0E3339159593}" dt="2025-07-22T17:38:03.813" v="684" actId="403"/>
          <ac:spMkLst>
            <pc:docMk/>
            <pc:sldMk cId="914067752" sldId="271"/>
            <ac:spMk id="9" creationId="{34EA1308-2E6F-F4B3-1FD4-8E0FAD9808BE}"/>
          </ac:spMkLst>
        </pc:spChg>
        <pc:spChg chg="add del mod">
          <ac:chgData name="shadab Hussain" userId="0f634b01f6a75549" providerId="LiveId" clId="{65C1DB97-88D3-4E04-ACA9-0E3339159593}" dt="2025-07-22T17:33:45.477" v="530" actId="478"/>
          <ac:spMkLst>
            <pc:docMk/>
            <pc:sldMk cId="914067752" sldId="271"/>
            <ac:spMk id="10" creationId="{E044F6F2-BA0F-0771-ED17-D3CD1743E144}"/>
          </ac:spMkLst>
        </pc:spChg>
        <pc:spChg chg="add">
          <ac:chgData name="shadab Hussain" userId="0f634b01f6a75549" providerId="LiveId" clId="{65C1DB97-88D3-4E04-ACA9-0E3339159593}" dt="2025-07-22T17:33:37.156" v="528"/>
          <ac:spMkLst>
            <pc:docMk/>
            <pc:sldMk cId="914067752" sldId="271"/>
            <ac:spMk id="11" creationId="{38E7B34A-0C7B-C8D7-DAFE-B72AFD4A9928}"/>
          </ac:spMkLst>
        </pc:spChg>
        <pc:spChg chg="add del mod">
          <ac:chgData name="shadab Hussain" userId="0f634b01f6a75549" providerId="LiveId" clId="{65C1DB97-88D3-4E04-ACA9-0E3339159593}" dt="2025-07-22T17:37:53.209" v="682" actId="478"/>
          <ac:spMkLst>
            <pc:docMk/>
            <pc:sldMk cId="914067752" sldId="271"/>
            <ac:spMk id="12" creationId="{43D2D6FA-A45D-F8E7-2EE9-479767493C35}"/>
          </ac:spMkLst>
        </pc:spChg>
        <pc:spChg chg="add mod">
          <ac:chgData name="shadab Hussain" userId="0f634b01f6a75549" providerId="LiveId" clId="{65C1DB97-88D3-4E04-ACA9-0E3339159593}" dt="2025-07-22T17:34:00.556" v="534" actId="14100"/>
          <ac:spMkLst>
            <pc:docMk/>
            <pc:sldMk cId="914067752" sldId="271"/>
            <ac:spMk id="13" creationId="{ED75C411-FE4E-39A3-751D-76803619A537}"/>
          </ac:spMkLst>
        </pc:spChg>
        <pc:spChg chg="add del mod">
          <ac:chgData name="shadab Hussain" userId="0f634b01f6a75549" providerId="LiveId" clId="{65C1DB97-88D3-4E04-ACA9-0E3339159593}" dt="2025-07-22T17:37:49.612" v="681" actId="6549"/>
          <ac:spMkLst>
            <pc:docMk/>
            <pc:sldMk cId="914067752" sldId="271"/>
            <ac:spMk id="14" creationId="{972260BD-3AD6-3C47-F161-48EBA8EA8090}"/>
          </ac:spMkLst>
        </pc:spChg>
      </pc:sldChg>
      <pc:sldChg chg="addSp delSp modSp new del mod">
        <pc:chgData name="shadab Hussain" userId="0f634b01f6a75549" providerId="LiveId" clId="{65C1DB97-88D3-4E04-ACA9-0E3339159593}" dt="2025-07-21T17:57:20.016" v="474" actId="2696"/>
        <pc:sldMkLst>
          <pc:docMk/>
          <pc:sldMk cId="3106340511" sldId="271"/>
        </pc:sldMkLst>
        <pc:spChg chg="del">
          <ac:chgData name="shadab Hussain" userId="0f634b01f6a75549" providerId="LiveId" clId="{65C1DB97-88D3-4E04-ACA9-0E3339159593}" dt="2025-07-21T17:56:55.737" v="469" actId="478"/>
          <ac:spMkLst>
            <pc:docMk/>
            <pc:sldMk cId="3106340511" sldId="271"/>
            <ac:spMk id="2" creationId="{6433C898-F91E-70D1-C457-02EA0671C040}"/>
          </ac:spMkLst>
        </pc:spChg>
        <pc:graphicFrameChg chg="add modGraphic">
          <ac:chgData name="shadab Hussain" userId="0f634b01f6a75549" providerId="LiveId" clId="{65C1DB97-88D3-4E04-ACA9-0E3339159593}" dt="2025-07-21T17:56:42.188" v="468" actId="27022"/>
          <ac:graphicFrameMkLst>
            <pc:docMk/>
            <pc:sldMk cId="3106340511" sldId="271"/>
            <ac:graphicFrameMk id="5" creationId="{0A0F5152-BC1B-9785-BDF4-E5850E2E064E}"/>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E667B-CA34-80F3-D996-5B209EB684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812092-7B63-59E7-4033-20D8DDD62605}"/>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6B8306-A228-EE04-E25A-A0B7C9C7917F}"/>
              </a:ext>
            </a:extLst>
          </p:cNvPr>
          <p:cNvSpPr>
            <a:spLocks noGrp="1"/>
          </p:cNvSpPr>
          <p:nvPr>
            <p:ph type="dt" sz="half" idx="10"/>
          </p:nvPr>
        </p:nvSpPr>
        <p:spPr/>
        <p:txBody>
          <a:bodyPr/>
          <a:lstStyle/>
          <a:p>
            <a:fld id="{D51829A0-4B0C-4D46-A492-14AC67FCCC2D}" type="datetimeFigureOut">
              <a:rPr lang="en-US" smtClean="0"/>
              <a:t>7/22/2025</a:t>
            </a:fld>
            <a:endParaRPr lang="en-US"/>
          </a:p>
        </p:txBody>
      </p:sp>
      <p:sp>
        <p:nvSpPr>
          <p:cNvPr id="5" name="Footer Placeholder 4">
            <a:extLst>
              <a:ext uri="{FF2B5EF4-FFF2-40B4-BE49-F238E27FC236}">
                <a16:creationId xmlns:a16="http://schemas.microsoft.com/office/drawing/2014/main" id="{EDF0044E-BA1E-42D1-2636-F78D207457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7DBFB1-D15D-E0C6-E40B-BAB9E49404A7}"/>
              </a:ext>
            </a:extLst>
          </p:cNvPr>
          <p:cNvSpPr>
            <a:spLocks noGrp="1"/>
          </p:cNvSpPr>
          <p:nvPr>
            <p:ph type="sldNum" sz="quarter" idx="12"/>
          </p:nvPr>
        </p:nvSpPr>
        <p:spPr/>
        <p:txBody>
          <a:bodyPr/>
          <a:lstStyle/>
          <a:p>
            <a:fld id="{D8A4C22B-4E7F-4B14-841D-E8721F8FB43A}" type="slidenum">
              <a:rPr lang="en-US" smtClean="0"/>
              <a:t>‹#›</a:t>
            </a:fld>
            <a:endParaRPr lang="en-US"/>
          </a:p>
        </p:txBody>
      </p:sp>
    </p:spTree>
    <p:extLst>
      <p:ext uri="{BB962C8B-B14F-4D97-AF65-F5344CB8AC3E}">
        <p14:creationId xmlns:p14="http://schemas.microsoft.com/office/powerpoint/2010/main" val="2994670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898E5-0861-0069-741E-4F4810E8E4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80BC29-94AE-C78D-5094-82899A0A69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5316F-FA30-1B48-1BDA-38DC313BDB78}"/>
              </a:ext>
            </a:extLst>
          </p:cNvPr>
          <p:cNvSpPr>
            <a:spLocks noGrp="1"/>
          </p:cNvSpPr>
          <p:nvPr>
            <p:ph type="dt" sz="half" idx="10"/>
          </p:nvPr>
        </p:nvSpPr>
        <p:spPr/>
        <p:txBody>
          <a:bodyPr/>
          <a:lstStyle/>
          <a:p>
            <a:fld id="{D51829A0-4B0C-4D46-A492-14AC67FCCC2D}" type="datetimeFigureOut">
              <a:rPr lang="en-US" smtClean="0"/>
              <a:t>7/22/2025</a:t>
            </a:fld>
            <a:endParaRPr lang="en-US"/>
          </a:p>
        </p:txBody>
      </p:sp>
      <p:sp>
        <p:nvSpPr>
          <p:cNvPr id="5" name="Footer Placeholder 4">
            <a:extLst>
              <a:ext uri="{FF2B5EF4-FFF2-40B4-BE49-F238E27FC236}">
                <a16:creationId xmlns:a16="http://schemas.microsoft.com/office/drawing/2014/main" id="{6B68A70D-0F12-E94B-CF8A-BB4BF810B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2C31F6-C7FE-3F73-DA06-172374D076A9}"/>
              </a:ext>
            </a:extLst>
          </p:cNvPr>
          <p:cNvSpPr>
            <a:spLocks noGrp="1"/>
          </p:cNvSpPr>
          <p:nvPr>
            <p:ph type="sldNum" sz="quarter" idx="12"/>
          </p:nvPr>
        </p:nvSpPr>
        <p:spPr/>
        <p:txBody>
          <a:bodyPr/>
          <a:lstStyle/>
          <a:p>
            <a:fld id="{D8A4C22B-4E7F-4B14-841D-E8721F8FB43A}" type="slidenum">
              <a:rPr lang="en-US" smtClean="0"/>
              <a:t>‹#›</a:t>
            </a:fld>
            <a:endParaRPr lang="en-US"/>
          </a:p>
        </p:txBody>
      </p:sp>
    </p:spTree>
    <p:extLst>
      <p:ext uri="{BB962C8B-B14F-4D97-AF65-F5344CB8AC3E}">
        <p14:creationId xmlns:p14="http://schemas.microsoft.com/office/powerpoint/2010/main" val="2955739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4C29A-0D55-7243-CFF9-524FE09C9AA0}"/>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70047B-D546-8A1C-354F-45140EAED903}"/>
              </a:ext>
            </a:extLst>
          </p:cNvPr>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981243-2422-BB41-5672-B5BDEE9A2F6E}"/>
              </a:ext>
            </a:extLst>
          </p:cNvPr>
          <p:cNvSpPr>
            <a:spLocks noGrp="1"/>
          </p:cNvSpPr>
          <p:nvPr>
            <p:ph type="dt" sz="half" idx="10"/>
          </p:nvPr>
        </p:nvSpPr>
        <p:spPr/>
        <p:txBody>
          <a:bodyPr/>
          <a:lstStyle/>
          <a:p>
            <a:fld id="{D51829A0-4B0C-4D46-A492-14AC67FCCC2D}" type="datetimeFigureOut">
              <a:rPr lang="en-US" smtClean="0"/>
              <a:t>7/22/2025</a:t>
            </a:fld>
            <a:endParaRPr lang="en-US"/>
          </a:p>
        </p:txBody>
      </p:sp>
      <p:sp>
        <p:nvSpPr>
          <p:cNvPr id="5" name="Footer Placeholder 4">
            <a:extLst>
              <a:ext uri="{FF2B5EF4-FFF2-40B4-BE49-F238E27FC236}">
                <a16:creationId xmlns:a16="http://schemas.microsoft.com/office/drawing/2014/main" id="{C9ACC95B-16DF-62E1-6489-34B9BE26D8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DDF92B-6B5E-B73D-1BB7-F371E34578AF}"/>
              </a:ext>
            </a:extLst>
          </p:cNvPr>
          <p:cNvSpPr>
            <a:spLocks noGrp="1"/>
          </p:cNvSpPr>
          <p:nvPr>
            <p:ph type="sldNum" sz="quarter" idx="12"/>
          </p:nvPr>
        </p:nvSpPr>
        <p:spPr/>
        <p:txBody>
          <a:bodyPr/>
          <a:lstStyle/>
          <a:p>
            <a:fld id="{D8A4C22B-4E7F-4B14-841D-E8721F8FB43A}" type="slidenum">
              <a:rPr lang="en-US" smtClean="0"/>
              <a:t>‹#›</a:t>
            </a:fld>
            <a:endParaRPr lang="en-US"/>
          </a:p>
        </p:txBody>
      </p:sp>
    </p:spTree>
    <p:extLst>
      <p:ext uri="{BB962C8B-B14F-4D97-AF65-F5344CB8AC3E}">
        <p14:creationId xmlns:p14="http://schemas.microsoft.com/office/powerpoint/2010/main" val="3244237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EFC89-342B-AA01-1523-B7A00E43AC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1FF8E8-FB39-8605-58BC-7C2FB6700E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0ADF6B-EE33-BB69-EA15-74E2E8F2C0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DB931E-3FBF-8B85-521E-082D2099DD0F}"/>
              </a:ext>
            </a:extLst>
          </p:cNvPr>
          <p:cNvSpPr>
            <a:spLocks noGrp="1"/>
          </p:cNvSpPr>
          <p:nvPr>
            <p:ph type="dt" sz="half" idx="10"/>
          </p:nvPr>
        </p:nvSpPr>
        <p:spPr/>
        <p:txBody>
          <a:bodyPr/>
          <a:lstStyle/>
          <a:p>
            <a:fld id="{D51829A0-4B0C-4D46-A492-14AC67FCCC2D}" type="datetimeFigureOut">
              <a:rPr lang="en-US" smtClean="0"/>
              <a:t>7/22/2025</a:t>
            </a:fld>
            <a:endParaRPr lang="en-US"/>
          </a:p>
        </p:txBody>
      </p:sp>
      <p:sp>
        <p:nvSpPr>
          <p:cNvPr id="6" name="Footer Placeholder 5">
            <a:extLst>
              <a:ext uri="{FF2B5EF4-FFF2-40B4-BE49-F238E27FC236}">
                <a16:creationId xmlns:a16="http://schemas.microsoft.com/office/drawing/2014/main" id="{07A0EFB9-A310-E43C-9AAD-114CC713C7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2A1C60-631C-6ACE-F023-1CA3F396ACD2}"/>
              </a:ext>
            </a:extLst>
          </p:cNvPr>
          <p:cNvSpPr>
            <a:spLocks noGrp="1"/>
          </p:cNvSpPr>
          <p:nvPr>
            <p:ph type="sldNum" sz="quarter" idx="12"/>
          </p:nvPr>
        </p:nvSpPr>
        <p:spPr/>
        <p:txBody>
          <a:bodyPr/>
          <a:lstStyle/>
          <a:p>
            <a:fld id="{D8A4C22B-4E7F-4B14-841D-E8721F8FB43A}" type="slidenum">
              <a:rPr lang="en-US" smtClean="0"/>
              <a:t>‹#›</a:t>
            </a:fld>
            <a:endParaRPr lang="en-US"/>
          </a:p>
        </p:txBody>
      </p:sp>
    </p:spTree>
    <p:extLst>
      <p:ext uri="{BB962C8B-B14F-4D97-AF65-F5344CB8AC3E}">
        <p14:creationId xmlns:p14="http://schemas.microsoft.com/office/powerpoint/2010/main" val="2397053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AD902-1A8B-95C0-AA25-B7D00DE8154C}"/>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09C69E-A90B-B475-F516-5305A87882FF}"/>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077F2B-D052-8A7D-7E2B-E86EFD7EAD6B}"/>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F9B044-E6B2-64C4-98FE-765DA422FBB7}"/>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B897CE-3303-6AF7-3376-27CDB7D7A094}"/>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545082-C581-DECB-4865-2FC960C964B9}"/>
              </a:ext>
            </a:extLst>
          </p:cNvPr>
          <p:cNvSpPr>
            <a:spLocks noGrp="1"/>
          </p:cNvSpPr>
          <p:nvPr>
            <p:ph type="dt" sz="half" idx="10"/>
          </p:nvPr>
        </p:nvSpPr>
        <p:spPr/>
        <p:txBody>
          <a:bodyPr/>
          <a:lstStyle/>
          <a:p>
            <a:fld id="{D51829A0-4B0C-4D46-A492-14AC67FCCC2D}" type="datetimeFigureOut">
              <a:rPr lang="en-US" smtClean="0"/>
              <a:t>7/22/2025</a:t>
            </a:fld>
            <a:endParaRPr lang="en-US"/>
          </a:p>
        </p:txBody>
      </p:sp>
      <p:sp>
        <p:nvSpPr>
          <p:cNvPr id="8" name="Footer Placeholder 7">
            <a:extLst>
              <a:ext uri="{FF2B5EF4-FFF2-40B4-BE49-F238E27FC236}">
                <a16:creationId xmlns:a16="http://schemas.microsoft.com/office/drawing/2014/main" id="{DE91B43A-59ED-D16C-1D90-0C7363F60F7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2CE7E3-36D8-5BFF-DCFD-DFA570B69ACB}"/>
              </a:ext>
            </a:extLst>
          </p:cNvPr>
          <p:cNvSpPr>
            <a:spLocks noGrp="1"/>
          </p:cNvSpPr>
          <p:nvPr>
            <p:ph type="sldNum" sz="quarter" idx="12"/>
          </p:nvPr>
        </p:nvSpPr>
        <p:spPr/>
        <p:txBody>
          <a:bodyPr/>
          <a:lstStyle/>
          <a:p>
            <a:fld id="{D8A4C22B-4E7F-4B14-841D-E8721F8FB43A}" type="slidenum">
              <a:rPr lang="en-US" smtClean="0"/>
              <a:t>‹#›</a:t>
            </a:fld>
            <a:endParaRPr lang="en-US"/>
          </a:p>
        </p:txBody>
      </p:sp>
    </p:spTree>
    <p:extLst>
      <p:ext uri="{BB962C8B-B14F-4D97-AF65-F5344CB8AC3E}">
        <p14:creationId xmlns:p14="http://schemas.microsoft.com/office/powerpoint/2010/main" val="1176909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4F20B-0E4B-1EC3-4EC1-656F5B3364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54F33E5-CC88-D5EF-9348-1AD67C66B00A}"/>
              </a:ext>
            </a:extLst>
          </p:cNvPr>
          <p:cNvSpPr>
            <a:spLocks noGrp="1"/>
          </p:cNvSpPr>
          <p:nvPr>
            <p:ph type="dt" sz="half" idx="10"/>
          </p:nvPr>
        </p:nvSpPr>
        <p:spPr/>
        <p:txBody>
          <a:bodyPr/>
          <a:lstStyle/>
          <a:p>
            <a:fld id="{D51829A0-4B0C-4D46-A492-14AC67FCCC2D}" type="datetimeFigureOut">
              <a:rPr lang="en-US" smtClean="0"/>
              <a:t>7/22/2025</a:t>
            </a:fld>
            <a:endParaRPr lang="en-US"/>
          </a:p>
        </p:txBody>
      </p:sp>
      <p:sp>
        <p:nvSpPr>
          <p:cNvPr id="4" name="Footer Placeholder 3">
            <a:extLst>
              <a:ext uri="{FF2B5EF4-FFF2-40B4-BE49-F238E27FC236}">
                <a16:creationId xmlns:a16="http://schemas.microsoft.com/office/drawing/2014/main" id="{CBAFDF7F-7EBC-0FEB-F6D7-2FA9B2622A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46B224-0CEB-9115-266C-96FEC9286078}"/>
              </a:ext>
            </a:extLst>
          </p:cNvPr>
          <p:cNvSpPr>
            <a:spLocks noGrp="1"/>
          </p:cNvSpPr>
          <p:nvPr>
            <p:ph type="sldNum" sz="quarter" idx="12"/>
          </p:nvPr>
        </p:nvSpPr>
        <p:spPr/>
        <p:txBody>
          <a:bodyPr/>
          <a:lstStyle/>
          <a:p>
            <a:fld id="{D8A4C22B-4E7F-4B14-841D-E8721F8FB43A}" type="slidenum">
              <a:rPr lang="en-US" smtClean="0"/>
              <a:t>‹#›</a:t>
            </a:fld>
            <a:endParaRPr lang="en-US"/>
          </a:p>
        </p:txBody>
      </p:sp>
    </p:spTree>
    <p:extLst>
      <p:ext uri="{BB962C8B-B14F-4D97-AF65-F5344CB8AC3E}">
        <p14:creationId xmlns:p14="http://schemas.microsoft.com/office/powerpoint/2010/main" val="1660353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456259-EA48-ECF4-728C-FC3134F74DC2}"/>
              </a:ext>
            </a:extLst>
          </p:cNvPr>
          <p:cNvSpPr>
            <a:spLocks noGrp="1"/>
          </p:cNvSpPr>
          <p:nvPr>
            <p:ph type="dt" sz="half" idx="10"/>
          </p:nvPr>
        </p:nvSpPr>
        <p:spPr/>
        <p:txBody>
          <a:bodyPr/>
          <a:lstStyle/>
          <a:p>
            <a:fld id="{D51829A0-4B0C-4D46-A492-14AC67FCCC2D}" type="datetimeFigureOut">
              <a:rPr lang="en-US" smtClean="0"/>
              <a:t>7/22/2025</a:t>
            </a:fld>
            <a:endParaRPr lang="en-US"/>
          </a:p>
        </p:txBody>
      </p:sp>
      <p:sp>
        <p:nvSpPr>
          <p:cNvPr id="3" name="Footer Placeholder 2">
            <a:extLst>
              <a:ext uri="{FF2B5EF4-FFF2-40B4-BE49-F238E27FC236}">
                <a16:creationId xmlns:a16="http://schemas.microsoft.com/office/drawing/2014/main" id="{36547B1D-F987-9ADF-6FA9-DF60EA0608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3D01CB-A8F4-3732-AC6F-BE51A8A65FBA}"/>
              </a:ext>
            </a:extLst>
          </p:cNvPr>
          <p:cNvSpPr>
            <a:spLocks noGrp="1"/>
          </p:cNvSpPr>
          <p:nvPr>
            <p:ph type="sldNum" sz="quarter" idx="12"/>
          </p:nvPr>
        </p:nvSpPr>
        <p:spPr/>
        <p:txBody>
          <a:bodyPr/>
          <a:lstStyle/>
          <a:p>
            <a:fld id="{D8A4C22B-4E7F-4B14-841D-E8721F8FB43A}" type="slidenum">
              <a:rPr lang="en-US" smtClean="0"/>
              <a:t>‹#›</a:t>
            </a:fld>
            <a:endParaRPr lang="en-US"/>
          </a:p>
        </p:txBody>
      </p:sp>
    </p:spTree>
    <p:extLst>
      <p:ext uri="{BB962C8B-B14F-4D97-AF65-F5344CB8AC3E}">
        <p14:creationId xmlns:p14="http://schemas.microsoft.com/office/powerpoint/2010/main" val="1598620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3079D-0012-9B34-4314-3AB0AC3AB6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A3DD8C-E19B-BA75-B3E2-4DD404E2D03D}"/>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DDA97FF-2B8A-6958-80BE-777DF34E3ACD}"/>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9C51E4-EB12-6753-5474-48762DDC5688}"/>
              </a:ext>
            </a:extLst>
          </p:cNvPr>
          <p:cNvSpPr>
            <a:spLocks noGrp="1"/>
          </p:cNvSpPr>
          <p:nvPr>
            <p:ph type="dt" sz="half" idx="10"/>
          </p:nvPr>
        </p:nvSpPr>
        <p:spPr/>
        <p:txBody>
          <a:bodyPr/>
          <a:lstStyle/>
          <a:p>
            <a:fld id="{D51829A0-4B0C-4D46-A492-14AC67FCCC2D}" type="datetimeFigureOut">
              <a:rPr lang="en-US" smtClean="0"/>
              <a:t>7/22/2025</a:t>
            </a:fld>
            <a:endParaRPr lang="en-US"/>
          </a:p>
        </p:txBody>
      </p:sp>
      <p:sp>
        <p:nvSpPr>
          <p:cNvPr id="6" name="Footer Placeholder 5">
            <a:extLst>
              <a:ext uri="{FF2B5EF4-FFF2-40B4-BE49-F238E27FC236}">
                <a16:creationId xmlns:a16="http://schemas.microsoft.com/office/drawing/2014/main" id="{65B9630D-14ED-F156-5FCD-03FB66E6EA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64B32B-80E8-E89D-6627-DF213515B9BD}"/>
              </a:ext>
            </a:extLst>
          </p:cNvPr>
          <p:cNvSpPr>
            <a:spLocks noGrp="1"/>
          </p:cNvSpPr>
          <p:nvPr>
            <p:ph type="sldNum" sz="quarter" idx="12"/>
          </p:nvPr>
        </p:nvSpPr>
        <p:spPr/>
        <p:txBody>
          <a:bodyPr/>
          <a:lstStyle/>
          <a:p>
            <a:fld id="{D8A4C22B-4E7F-4B14-841D-E8721F8FB43A}" type="slidenum">
              <a:rPr lang="en-US" smtClean="0"/>
              <a:t>‹#›</a:t>
            </a:fld>
            <a:endParaRPr lang="en-US"/>
          </a:p>
        </p:txBody>
      </p:sp>
    </p:spTree>
    <p:extLst>
      <p:ext uri="{BB962C8B-B14F-4D97-AF65-F5344CB8AC3E}">
        <p14:creationId xmlns:p14="http://schemas.microsoft.com/office/powerpoint/2010/main" val="226262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8671E-5BAF-3AD9-C12B-4AD3F5ACFF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BAFC1DA-C127-36ED-50DE-61684F943B09}"/>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13E9ED85-B8C9-F35C-8BC7-594A71A84D0E}"/>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3791EF-3E3A-8823-40BB-E0BB7928C4C1}"/>
              </a:ext>
            </a:extLst>
          </p:cNvPr>
          <p:cNvSpPr>
            <a:spLocks noGrp="1"/>
          </p:cNvSpPr>
          <p:nvPr>
            <p:ph type="dt" sz="half" idx="10"/>
          </p:nvPr>
        </p:nvSpPr>
        <p:spPr/>
        <p:txBody>
          <a:bodyPr/>
          <a:lstStyle/>
          <a:p>
            <a:fld id="{D51829A0-4B0C-4D46-A492-14AC67FCCC2D}" type="datetimeFigureOut">
              <a:rPr lang="en-US" smtClean="0"/>
              <a:t>7/22/2025</a:t>
            </a:fld>
            <a:endParaRPr lang="en-US"/>
          </a:p>
        </p:txBody>
      </p:sp>
      <p:sp>
        <p:nvSpPr>
          <p:cNvPr id="6" name="Footer Placeholder 5">
            <a:extLst>
              <a:ext uri="{FF2B5EF4-FFF2-40B4-BE49-F238E27FC236}">
                <a16:creationId xmlns:a16="http://schemas.microsoft.com/office/drawing/2014/main" id="{6EB25B24-71C2-2250-8E57-4A74B9CF0C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416F41-5C33-C944-459F-B716DB90BAB0}"/>
              </a:ext>
            </a:extLst>
          </p:cNvPr>
          <p:cNvSpPr>
            <a:spLocks noGrp="1"/>
          </p:cNvSpPr>
          <p:nvPr>
            <p:ph type="sldNum" sz="quarter" idx="12"/>
          </p:nvPr>
        </p:nvSpPr>
        <p:spPr/>
        <p:txBody>
          <a:bodyPr/>
          <a:lstStyle/>
          <a:p>
            <a:fld id="{D8A4C22B-4E7F-4B14-841D-E8721F8FB43A}" type="slidenum">
              <a:rPr lang="en-US" smtClean="0"/>
              <a:t>‹#›</a:t>
            </a:fld>
            <a:endParaRPr lang="en-US"/>
          </a:p>
        </p:txBody>
      </p:sp>
    </p:spTree>
    <p:extLst>
      <p:ext uri="{BB962C8B-B14F-4D97-AF65-F5344CB8AC3E}">
        <p14:creationId xmlns:p14="http://schemas.microsoft.com/office/powerpoint/2010/main" val="635003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9031F-3680-718A-1EBF-069D378A22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5C81E9-52AF-B8DB-2C5C-6B22F2E96E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B505E7-F2DF-99F5-0151-5C69528DB049}"/>
              </a:ext>
            </a:extLst>
          </p:cNvPr>
          <p:cNvSpPr>
            <a:spLocks noGrp="1"/>
          </p:cNvSpPr>
          <p:nvPr>
            <p:ph type="dt" sz="half" idx="10"/>
          </p:nvPr>
        </p:nvSpPr>
        <p:spPr/>
        <p:txBody>
          <a:bodyPr/>
          <a:lstStyle/>
          <a:p>
            <a:fld id="{D51829A0-4B0C-4D46-A492-14AC67FCCC2D}" type="datetimeFigureOut">
              <a:rPr lang="en-US" smtClean="0"/>
              <a:t>7/22/2025</a:t>
            </a:fld>
            <a:endParaRPr lang="en-US"/>
          </a:p>
        </p:txBody>
      </p:sp>
      <p:sp>
        <p:nvSpPr>
          <p:cNvPr id="5" name="Footer Placeholder 4">
            <a:extLst>
              <a:ext uri="{FF2B5EF4-FFF2-40B4-BE49-F238E27FC236}">
                <a16:creationId xmlns:a16="http://schemas.microsoft.com/office/drawing/2014/main" id="{EA1DB634-0E48-E13F-9704-83FB6196A6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E6A7AB-D1EC-51CA-287A-5F05F1FFAE03}"/>
              </a:ext>
            </a:extLst>
          </p:cNvPr>
          <p:cNvSpPr>
            <a:spLocks noGrp="1"/>
          </p:cNvSpPr>
          <p:nvPr>
            <p:ph type="sldNum" sz="quarter" idx="12"/>
          </p:nvPr>
        </p:nvSpPr>
        <p:spPr/>
        <p:txBody>
          <a:bodyPr/>
          <a:lstStyle/>
          <a:p>
            <a:fld id="{D8A4C22B-4E7F-4B14-841D-E8721F8FB43A}" type="slidenum">
              <a:rPr lang="en-US" smtClean="0"/>
              <a:t>‹#›</a:t>
            </a:fld>
            <a:endParaRPr lang="en-US"/>
          </a:p>
        </p:txBody>
      </p:sp>
    </p:spTree>
    <p:extLst>
      <p:ext uri="{BB962C8B-B14F-4D97-AF65-F5344CB8AC3E}">
        <p14:creationId xmlns:p14="http://schemas.microsoft.com/office/powerpoint/2010/main" val="3143275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F23F75-088B-AC35-0CF1-C5814BE1C00F}"/>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A58821C-7D94-24BE-54F9-1EF2BA580ED1}"/>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4A8F18-B443-5AF4-1C31-2DF027555268}"/>
              </a:ext>
            </a:extLst>
          </p:cNvPr>
          <p:cNvSpPr>
            <a:spLocks noGrp="1"/>
          </p:cNvSpPr>
          <p:nvPr>
            <p:ph type="dt" sz="half" idx="10"/>
          </p:nvPr>
        </p:nvSpPr>
        <p:spPr/>
        <p:txBody>
          <a:bodyPr/>
          <a:lstStyle/>
          <a:p>
            <a:fld id="{D51829A0-4B0C-4D46-A492-14AC67FCCC2D}" type="datetimeFigureOut">
              <a:rPr lang="en-US" smtClean="0"/>
              <a:t>7/22/2025</a:t>
            </a:fld>
            <a:endParaRPr lang="en-US"/>
          </a:p>
        </p:txBody>
      </p:sp>
      <p:sp>
        <p:nvSpPr>
          <p:cNvPr id="5" name="Footer Placeholder 4">
            <a:extLst>
              <a:ext uri="{FF2B5EF4-FFF2-40B4-BE49-F238E27FC236}">
                <a16:creationId xmlns:a16="http://schemas.microsoft.com/office/drawing/2014/main" id="{1C5D83A9-6457-B4C1-6296-794E20BAEB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42FA1A-ABCC-DE97-3600-70208229F437}"/>
              </a:ext>
            </a:extLst>
          </p:cNvPr>
          <p:cNvSpPr>
            <a:spLocks noGrp="1"/>
          </p:cNvSpPr>
          <p:nvPr>
            <p:ph type="sldNum" sz="quarter" idx="12"/>
          </p:nvPr>
        </p:nvSpPr>
        <p:spPr/>
        <p:txBody>
          <a:bodyPr/>
          <a:lstStyle/>
          <a:p>
            <a:fld id="{D8A4C22B-4E7F-4B14-841D-E8721F8FB43A}" type="slidenum">
              <a:rPr lang="en-US" smtClean="0"/>
              <a:t>‹#›</a:t>
            </a:fld>
            <a:endParaRPr lang="en-US"/>
          </a:p>
        </p:txBody>
      </p:sp>
    </p:spTree>
    <p:extLst>
      <p:ext uri="{BB962C8B-B14F-4D97-AF65-F5344CB8AC3E}">
        <p14:creationId xmlns:p14="http://schemas.microsoft.com/office/powerpoint/2010/main" val="1411639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1E19F6-FE94-5CF3-717B-AA54F7F162FF}"/>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6D2EE6-E1A4-FCF4-A104-12077235F6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CC4EB4-CB0C-14DE-D2F8-7DD9BB68C12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1829A0-4B0C-4D46-A492-14AC67FCCC2D}" type="datetimeFigureOut">
              <a:rPr lang="en-US" smtClean="0"/>
              <a:t>7/22/2025</a:t>
            </a:fld>
            <a:endParaRPr lang="en-US"/>
          </a:p>
        </p:txBody>
      </p:sp>
      <p:sp>
        <p:nvSpPr>
          <p:cNvPr id="5" name="Footer Placeholder 4">
            <a:extLst>
              <a:ext uri="{FF2B5EF4-FFF2-40B4-BE49-F238E27FC236}">
                <a16:creationId xmlns:a16="http://schemas.microsoft.com/office/drawing/2014/main" id="{B50E0F6D-E1A8-18F5-E355-2DA9E8A83E9B}"/>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3A0D10F-5C3B-CAEA-B057-683ABFAC6991}"/>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A4C22B-4E7F-4B14-841D-E8721F8FB43A}" type="slidenum">
              <a:rPr lang="en-US" smtClean="0"/>
              <a:t>‹#›</a:t>
            </a:fld>
            <a:endParaRPr lang="en-US"/>
          </a:p>
        </p:txBody>
      </p:sp>
    </p:spTree>
    <p:extLst>
      <p:ext uri="{BB962C8B-B14F-4D97-AF65-F5344CB8AC3E}">
        <p14:creationId xmlns:p14="http://schemas.microsoft.com/office/powerpoint/2010/main" val="4255832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63000">
              <a:schemeClr val="accent1">
                <a:lumMod val="45000"/>
                <a:lumOff val="55000"/>
              </a:schemeClr>
            </a:gs>
            <a:gs pos="12000">
              <a:schemeClr val="accent1">
                <a:lumMod val="45000"/>
                <a:lumOff val="55000"/>
              </a:schemeClr>
            </a:gs>
            <a:gs pos="100000">
              <a:schemeClr val="accent1">
                <a:lumMod val="67000"/>
                <a:lumOff val="33000"/>
              </a:schemeClr>
            </a:gs>
          </a:gsLst>
          <a:lin ang="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9F6AE-ECF0-D436-EDCB-345B289ABF56}"/>
              </a:ext>
            </a:extLst>
          </p:cNvPr>
          <p:cNvSpPr>
            <a:spLocks noGrp="1"/>
          </p:cNvSpPr>
          <p:nvPr>
            <p:ph type="ctrTitle"/>
          </p:nvPr>
        </p:nvSpPr>
        <p:spPr>
          <a:xfrm>
            <a:off x="1425677" y="284164"/>
            <a:ext cx="9144000" cy="944869"/>
          </a:xfrm>
          <a:solidFill>
            <a:schemeClr val="accent2"/>
          </a:solidFill>
        </p:spPr>
        <p:txBody>
          <a:bodyPr/>
          <a:lstStyle/>
          <a:p>
            <a:r>
              <a:rPr lang="en-US" dirty="0">
                <a:solidFill>
                  <a:schemeClr val="bg1"/>
                </a:solidFill>
              </a:rPr>
              <a:t>SUPPLY CHAIN ANALYSIS</a:t>
            </a:r>
          </a:p>
        </p:txBody>
      </p:sp>
      <p:sp>
        <p:nvSpPr>
          <p:cNvPr id="3" name="Subtitle 2">
            <a:extLst>
              <a:ext uri="{FF2B5EF4-FFF2-40B4-BE49-F238E27FC236}">
                <a16:creationId xmlns:a16="http://schemas.microsoft.com/office/drawing/2014/main" id="{965E7739-D34B-5978-56ED-9EC6AB0B505F}"/>
              </a:ext>
            </a:extLst>
          </p:cNvPr>
          <p:cNvSpPr>
            <a:spLocks noGrp="1"/>
          </p:cNvSpPr>
          <p:nvPr>
            <p:ph type="subTitle" idx="1"/>
          </p:nvPr>
        </p:nvSpPr>
        <p:spPr>
          <a:xfrm>
            <a:off x="1524000" y="2712960"/>
            <a:ext cx="9144000" cy="1432079"/>
          </a:xfrm>
        </p:spPr>
        <p:txBody>
          <a:bodyPr>
            <a:normAutofit/>
          </a:bodyPr>
          <a:lstStyle/>
          <a:p>
            <a:r>
              <a:rPr lang="en-US" sz="4400" b="1" dirty="0"/>
              <a:t>CDACL-003-Supply Chain Analysis</a:t>
            </a:r>
          </a:p>
        </p:txBody>
      </p:sp>
    </p:spTree>
    <p:extLst>
      <p:ext uri="{BB962C8B-B14F-4D97-AF65-F5344CB8AC3E}">
        <p14:creationId xmlns:p14="http://schemas.microsoft.com/office/powerpoint/2010/main" val="3812460420"/>
      </p:ext>
    </p:extLst>
  </p:cSld>
  <p:clrMapOvr>
    <a:masterClrMapping/>
  </p:clrMapOvr>
  <mc:AlternateContent xmlns:mc="http://schemas.openxmlformats.org/markup-compatibility/2006" xmlns:p14="http://schemas.microsoft.com/office/powerpoint/2010/main">
    <mc:Choice Requires="p14">
      <p:transition spd="slow" p14:dur="800" advTm="82711">
        <p:circle/>
      </p:transition>
    </mc:Choice>
    <mc:Fallback xmlns="">
      <p:transition spd="slow" advTm="82711">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63000">
              <a:schemeClr val="accent1">
                <a:lumMod val="45000"/>
                <a:lumOff val="55000"/>
              </a:schemeClr>
            </a:gs>
            <a:gs pos="12000">
              <a:schemeClr val="accent1">
                <a:lumMod val="45000"/>
                <a:lumOff val="55000"/>
              </a:schemeClr>
            </a:gs>
            <a:gs pos="100000">
              <a:schemeClr val="accent1">
                <a:lumMod val="67000"/>
                <a:lumOff val="33000"/>
              </a:schemeClr>
            </a:gs>
          </a:gsLst>
          <a:lin ang="0" scaled="1"/>
          <a:tileRect/>
        </a:gradFill>
        <a:effectLst/>
      </p:bgPr>
    </p:bg>
    <p:spTree>
      <p:nvGrpSpPr>
        <p:cNvPr id="1" name="">
          <a:extLst>
            <a:ext uri="{FF2B5EF4-FFF2-40B4-BE49-F238E27FC236}">
              <a16:creationId xmlns:a16="http://schemas.microsoft.com/office/drawing/2014/main" id="{30597B52-BF16-5391-34FB-64A650ABAE5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4EA1308-2E6F-F4B3-1FD4-8E0FAD9808BE}"/>
              </a:ext>
            </a:extLst>
          </p:cNvPr>
          <p:cNvSpPr txBox="1"/>
          <p:nvPr/>
        </p:nvSpPr>
        <p:spPr>
          <a:xfrm>
            <a:off x="1150375" y="493760"/>
            <a:ext cx="4316362"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2000" b="1" dirty="0"/>
              <a:t>Data Access and Tools Used</a:t>
            </a:r>
          </a:p>
        </p:txBody>
      </p:sp>
      <p:sp>
        <p:nvSpPr>
          <p:cNvPr id="14" name="Rectangle 3">
            <a:extLst>
              <a:ext uri="{FF2B5EF4-FFF2-40B4-BE49-F238E27FC236}">
                <a16:creationId xmlns:a16="http://schemas.microsoft.com/office/drawing/2014/main" id="{972260BD-3AD6-3C47-F161-48EBA8EA8090}"/>
              </a:ext>
            </a:extLst>
          </p:cNvPr>
          <p:cNvSpPr>
            <a:spLocks noChangeArrowheads="1"/>
          </p:cNvSpPr>
          <p:nvPr/>
        </p:nvSpPr>
        <p:spPr bwMode="auto">
          <a:xfrm>
            <a:off x="1150375" y="932804"/>
            <a:ext cx="8229599" cy="4992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Received database access credentials including username,and password from Datamites.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Used these credentials to connect to the </a:t>
            </a:r>
            <a:r>
              <a:rPr kumimoji="0" lang="en-US" altLang="en-US" sz="1800" b="1" i="0" u="none" strike="noStrike" cap="none" normalizeH="0" baseline="0" dirty="0">
                <a:ln>
                  <a:noFill/>
                </a:ln>
                <a:solidFill>
                  <a:schemeClr val="tx1"/>
                </a:solidFill>
                <a:effectLst/>
                <a:latin typeface="Arial" panose="020B0604020202020204" pitchFamily="34" charset="0"/>
              </a:rPr>
              <a:t>MySQL database</a:t>
            </a:r>
            <a:r>
              <a:rPr kumimoji="0" lang="en-US" altLang="en-US" sz="1800" b="0" i="0" u="none" strike="noStrike" cap="none" normalizeH="0" baseline="0" dirty="0">
                <a:ln>
                  <a:noFill/>
                </a:ln>
                <a:solidFill>
                  <a:schemeClr val="tx1"/>
                </a:solidFill>
                <a:effectLst/>
                <a:latin typeface="Arial" panose="020B0604020202020204" pitchFamily="34" charset="0"/>
              </a:rPr>
              <a:t> using a SQL interface (My SQL Workbench)</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Accessed and explored the dataset through SQL queries to understand the structure and content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Verified that the dataset was already clean and ready for use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 data cleaning was required, as the dataset had no missing or inconsistent values</a:t>
            </a:r>
          </a:p>
        </p:txBody>
      </p:sp>
    </p:spTree>
    <p:extLst>
      <p:ext uri="{BB962C8B-B14F-4D97-AF65-F5344CB8AC3E}">
        <p14:creationId xmlns:p14="http://schemas.microsoft.com/office/powerpoint/2010/main" val="914067752"/>
      </p:ext>
    </p:extLst>
  </p:cSld>
  <p:clrMapOvr>
    <a:masterClrMapping/>
  </p:clrMapOvr>
  <mc:AlternateContent xmlns:mc="http://schemas.openxmlformats.org/markup-compatibility/2006">
    <mc:Choice xmlns:p14="http://schemas.microsoft.com/office/powerpoint/2010/main" Requires="p14">
      <p:transition spd="slow" p14:dur="800" advTm="82711">
        <p:circle/>
      </p:transition>
    </mc:Choice>
    <mc:Fallback>
      <p:transition spd="slow" advTm="82711">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63000">
              <a:schemeClr val="accent1">
                <a:lumMod val="45000"/>
                <a:lumOff val="55000"/>
              </a:schemeClr>
            </a:gs>
            <a:gs pos="12000">
              <a:schemeClr val="accent1">
                <a:lumMod val="45000"/>
                <a:lumOff val="55000"/>
              </a:schemeClr>
            </a:gs>
            <a:gs pos="100000">
              <a:schemeClr val="accent1">
                <a:lumMod val="67000"/>
                <a:lumOff val="33000"/>
              </a:schemeClr>
            </a:gs>
          </a:gsLst>
          <a:lin ang="0" scaled="1"/>
          <a:tileRect/>
        </a:gradFill>
        <a:effectLst/>
      </p:bgPr>
    </p:bg>
    <p:spTree>
      <p:nvGrpSpPr>
        <p:cNvPr id="1" name="">
          <a:extLst>
            <a:ext uri="{FF2B5EF4-FFF2-40B4-BE49-F238E27FC236}">
              <a16:creationId xmlns:a16="http://schemas.microsoft.com/office/drawing/2014/main" id="{C5CD304E-2C68-829F-C99D-D8A563E92775}"/>
            </a:ext>
          </a:extLst>
        </p:cNvPr>
        <p:cNvGrpSpPr/>
        <p:nvPr/>
      </p:nvGrpSpPr>
      <p:grpSpPr>
        <a:xfrm>
          <a:off x="0" y="0"/>
          <a:ext cx="0" cy="0"/>
          <a:chOff x="0" y="0"/>
          <a:chExt cx="0" cy="0"/>
        </a:xfrm>
      </p:grpSpPr>
      <p:pic>
        <p:nvPicPr>
          <p:cNvPr id="7" name="Picture 6" descr="A close-up of a number&#10;&#10;AI-generated content may be incorrect.">
            <a:extLst>
              <a:ext uri="{FF2B5EF4-FFF2-40B4-BE49-F238E27FC236}">
                <a16:creationId xmlns:a16="http://schemas.microsoft.com/office/drawing/2014/main" id="{FC271A4D-EB4D-B869-A4FA-7889991BE2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8530" y="550241"/>
            <a:ext cx="2042301" cy="1057361"/>
          </a:xfrm>
          <a:prstGeom prst="rect">
            <a:avLst/>
          </a:prstGeom>
        </p:spPr>
      </p:pic>
      <p:pic>
        <p:nvPicPr>
          <p:cNvPr id="20" name="Picture 19" descr="A close up of a number&#10;&#10;AI-generated content may be incorrect.">
            <a:extLst>
              <a:ext uri="{FF2B5EF4-FFF2-40B4-BE49-F238E27FC236}">
                <a16:creationId xmlns:a16="http://schemas.microsoft.com/office/drawing/2014/main" id="{AA3BD24F-80BF-BF2B-7C9A-047A1799E5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0014" y="2506017"/>
            <a:ext cx="2116380" cy="1057360"/>
          </a:xfrm>
          <a:prstGeom prst="rect">
            <a:avLst/>
          </a:prstGeom>
        </p:spPr>
      </p:pic>
      <p:pic>
        <p:nvPicPr>
          <p:cNvPr id="30" name="Picture 29" descr="A close-up of a number&#10;&#10;AI-generated content may be incorrect.">
            <a:extLst>
              <a:ext uri="{FF2B5EF4-FFF2-40B4-BE49-F238E27FC236}">
                <a16:creationId xmlns:a16="http://schemas.microsoft.com/office/drawing/2014/main" id="{A32E73E5-09BD-A16E-8C35-4DC14BB944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59369" y="4854717"/>
            <a:ext cx="2042300" cy="1057360"/>
          </a:xfrm>
          <a:prstGeom prst="rect">
            <a:avLst/>
          </a:prstGeom>
        </p:spPr>
      </p:pic>
      <p:sp>
        <p:nvSpPr>
          <p:cNvPr id="33" name="TextBox 32">
            <a:extLst>
              <a:ext uri="{FF2B5EF4-FFF2-40B4-BE49-F238E27FC236}">
                <a16:creationId xmlns:a16="http://schemas.microsoft.com/office/drawing/2014/main" id="{D9F81E6A-D135-3BFE-6CAA-0D7846673F75}"/>
              </a:ext>
            </a:extLst>
          </p:cNvPr>
          <p:cNvSpPr txBox="1"/>
          <p:nvPr/>
        </p:nvSpPr>
        <p:spPr>
          <a:xfrm>
            <a:off x="432620" y="617257"/>
            <a:ext cx="4929701" cy="923330"/>
          </a:xfrm>
          <a:prstGeom prst="rect">
            <a:avLst/>
          </a:prstGeom>
          <a:noFill/>
        </p:spPr>
        <p:txBody>
          <a:bodyPr wrap="square" rtlCol="0">
            <a:spAutoFit/>
          </a:bodyPr>
          <a:lstStyle/>
          <a:p>
            <a:r>
              <a:rPr lang="en-US" dirty="0"/>
              <a:t>"The total manufacturing cost of cosmetics products is shown here, helping assess how much the company spends on this product line."</a:t>
            </a:r>
          </a:p>
        </p:txBody>
      </p:sp>
      <p:sp>
        <p:nvSpPr>
          <p:cNvPr id="34" name="TextBox 33">
            <a:extLst>
              <a:ext uri="{FF2B5EF4-FFF2-40B4-BE49-F238E27FC236}">
                <a16:creationId xmlns:a16="http://schemas.microsoft.com/office/drawing/2014/main" id="{F7142464-8044-4E36-523E-D7C030ADBB16}"/>
              </a:ext>
            </a:extLst>
          </p:cNvPr>
          <p:cNvSpPr txBox="1"/>
          <p:nvPr/>
        </p:nvSpPr>
        <p:spPr>
          <a:xfrm>
            <a:off x="580102" y="2691736"/>
            <a:ext cx="3893575" cy="646331"/>
          </a:xfrm>
          <a:prstGeom prst="rect">
            <a:avLst/>
          </a:prstGeom>
          <a:noFill/>
        </p:spPr>
        <p:txBody>
          <a:bodyPr wrap="square" rtlCol="0">
            <a:spAutoFit/>
          </a:bodyPr>
          <a:lstStyle/>
          <a:p>
            <a:r>
              <a:rPr lang="en-US" dirty="0"/>
              <a:t>"This card represents the total production cost of all hair care items."</a:t>
            </a:r>
          </a:p>
        </p:txBody>
      </p:sp>
      <p:sp>
        <p:nvSpPr>
          <p:cNvPr id="35" name="TextBox 34">
            <a:extLst>
              <a:ext uri="{FF2B5EF4-FFF2-40B4-BE49-F238E27FC236}">
                <a16:creationId xmlns:a16="http://schemas.microsoft.com/office/drawing/2014/main" id="{B75BBCB3-54D0-91B0-BF0F-E57152E03AB7}"/>
              </a:ext>
            </a:extLst>
          </p:cNvPr>
          <p:cNvSpPr txBox="1"/>
          <p:nvPr/>
        </p:nvSpPr>
        <p:spPr>
          <a:xfrm>
            <a:off x="727585" y="4717035"/>
            <a:ext cx="3401963" cy="923330"/>
          </a:xfrm>
          <a:prstGeom prst="rect">
            <a:avLst/>
          </a:prstGeom>
          <a:noFill/>
        </p:spPr>
        <p:txBody>
          <a:bodyPr wrap="square" rtlCol="0">
            <a:spAutoFit/>
          </a:bodyPr>
          <a:lstStyle/>
          <a:p>
            <a:r>
              <a:rPr lang="en-US" dirty="0"/>
              <a:t>"Shows the total cost associated with manufacturing skincare products."</a:t>
            </a:r>
          </a:p>
        </p:txBody>
      </p:sp>
      <p:sp>
        <p:nvSpPr>
          <p:cNvPr id="37" name="Rectangle: Rounded Corners 36">
            <a:extLst>
              <a:ext uri="{FF2B5EF4-FFF2-40B4-BE49-F238E27FC236}">
                <a16:creationId xmlns:a16="http://schemas.microsoft.com/office/drawing/2014/main" id="{8A93E108-35D8-F9EE-1691-C405BEC02602}"/>
              </a:ext>
            </a:extLst>
          </p:cNvPr>
          <p:cNvSpPr/>
          <p:nvPr/>
        </p:nvSpPr>
        <p:spPr>
          <a:xfrm>
            <a:off x="550604" y="225777"/>
            <a:ext cx="3755923" cy="324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Total Cost of Cosmetics</a:t>
            </a:r>
          </a:p>
        </p:txBody>
      </p:sp>
      <p:sp>
        <p:nvSpPr>
          <p:cNvPr id="38" name="Rectangle: Rounded Corners 37">
            <a:extLst>
              <a:ext uri="{FF2B5EF4-FFF2-40B4-BE49-F238E27FC236}">
                <a16:creationId xmlns:a16="http://schemas.microsoft.com/office/drawing/2014/main" id="{5DE1A472-477B-AC05-E809-A0F3F325F1C9}"/>
              </a:ext>
            </a:extLst>
          </p:cNvPr>
          <p:cNvSpPr/>
          <p:nvPr/>
        </p:nvSpPr>
        <p:spPr>
          <a:xfrm>
            <a:off x="580102" y="2343785"/>
            <a:ext cx="3755923" cy="324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Total Cost of Haircare</a:t>
            </a:r>
          </a:p>
        </p:txBody>
      </p:sp>
      <p:sp>
        <p:nvSpPr>
          <p:cNvPr id="39" name="Rectangle: Rounded Corners 38">
            <a:extLst>
              <a:ext uri="{FF2B5EF4-FFF2-40B4-BE49-F238E27FC236}">
                <a16:creationId xmlns:a16="http://schemas.microsoft.com/office/drawing/2014/main" id="{3A7D94DF-A1AE-4486-4BDF-D026E59E007B}"/>
              </a:ext>
            </a:extLst>
          </p:cNvPr>
          <p:cNvSpPr/>
          <p:nvPr/>
        </p:nvSpPr>
        <p:spPr>
          <a:xfrm>
            <a:off x="580102" y="4386446"/>
            <a:ext cx="3755923" cy="324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Total Cost of Skincare</a:t>
            </a:r>
          </a:p>
        </p:txBody>
      </p:sp>
    </p:spTree>
    <p:extLst>
      <p:ext uri="{BB962C8B-B14F-4D97-AF65-F5344CB8AC3E}">
        <p14:creationId xmlns:p14="http://schemas.microsoft.com/office/powerpoint/2010/main" val="307113649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63000">
              <a:schemeClr val="accent1">
                <a:lumMod val="45000"/>
                <a:lumOff val="55000"/>
              </a:schemeClr>
            </a:gs>
            <a:gs pos="12000">
              <a:schemeClr val="accent1">
                <a:lumMod val="45000"/>
                <a:lumOff val="55000"/>
              </a:schemeClr>
            </a:gs>
            <a:gs pos="100000">
              <a:schemeClr val="accent1">
                <a:lumMod val="67000"/>
                <a:lumOff val="33000"/>
              </a:schemeClr>
            </a:gs>
          </a:gsLst>
          <a:lin ang="0" scaled="1"/>
          <a:tileRect/>
        </a:gradFill>
        <a:effectLst/>
      </p:bgPr>
    </p:bg>
    <p:spTree>
      <p:nvGrpSpPr>
        <p:cNvPr id="1" name="">
          <a:extLst>
            <a:ext uri="{FF2B5EF4-FFF2-40B4-BE49-F238E27FC236}">
              <a16:creationId xmlns:a16="http://schemas.microsoft.com/office/drawing/2014/main" id="{A23B25BA-FB13-D439-AD15-319E59E2CC5A}"/>
            </a:ext>
          </a:extLst>
        </p:cNvPr>
        <p:cNvGrpSpPr/>
        <p:nvPr/>
      </p:nvGrpSpPr>
      <p:grpSpPr>
        <a:xfrm>
          <a:off x="0" y="0"/>
          <a:ext cx="0" cy="0"/>
          <a:chOff x="0" y="0"/>
          <a:chExt cx="0" cy="0"/>
        </a:xfrm>
      </p:grpSpPr>
      <p:pic>
        <p:nvPicPr>
          <p:cNvPr id="26" name="Picture 25" descr="A screenshot of a number&#10;&#10;AI-generated content may be incorrect.">
            <a:extLst>
              <a:ext uri="{FF2B5EF4-FFF2-40B4-BE49-F238E27FC236}">
                <a16:creationId xmlns:a16="http://schemas.microsoft.com/office/drawing/2014/main" id="{D6C2EEEC-D2DC-07CE-554D-24464ADC6B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7998" y="911802"/>
            <a:ext cx="1760066" cy="966502"/>
          </a:xfrm>
          <a:prstGeom prst="rect">
            <a:avLst/>
          </a:prstGeom>
        </p:spPr>
      </p:pic>
      <p:pic>
        <p:nvPicPr>
          <p:cNvPr id="28" name="Picture 27" descr="A screenshot of a number&#10;&#10;AI-generated content may be incorrect.">
            <a:extLst>
              <a:ext uri="{FF2B5EF4-FFF2-40B4-BE49-F238E27FC236}">
                <a16:creationId xmlns:a16="http://schemas.microsoft.com/office/drawing/2014/main" id="{1AD8F9C2-8481-D8C3-C3B0-209F66EE38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7998" y="4708144"/>
            <a:ext cx="2013544" cy="966502"/>
          </a:xfrm>
          <a:prstGeom prst="rect">
            <a:avLst/>
          </a:prstGeom>
        </p:spPr>
      </p:pic>
      <p:pic>
        <p:nvPicPr>
          <p:cNvPr id="32" name="Picture 31" descr="A close up of numbers&#10;&#10;AI-generated content may be incorrect.">
            <a:extLst>
              <a:ext uri="{FF2B5EF4-FFF2-40B4-BE49-F238E27FC236}">
                <a16:creationId xmlns:a16="http://schemas.microsoft.com/office/drawing/2014/main" id="{41551EEB-2E30-0DF8-E2AB-16D31AF6B6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7998" y="2844386"/>
            <a:ext cx="1858142" cy="966502"/>
          </a:xfrm>
          <a:prstGeom prst="rect">
            <a:avLst/>
          </a:prstGeom>
        </p:spPr>
      </p:pic>
      <p:sp>
        <p:nvSpPr>
          <p:cNvPr id="33" name="TextBox 32">
            <a:extLst>
              <a:ext uri="{FF2B5EF4-FFF2-40B4-BE49-F238E27FC236}">
                <a16:creationId xmlns:a16="http://schemas.microsoft.com/office/drawing/2014/main" id="{963FC3B2-EAF7-3C38-5EC7-8DACE2AAC47A}"/>
              </a:ext>
            </a:extLst>
          </p:cNvPr>
          <p:cNvSpPr txBox="1"/>
          <p:nvPr/>
        </p:nvSpPr>
        <p:spPr>
          <a:xfrm>
            <a:off x="432619" y="1161677"/>
            <a:ext cx="4929701" cy="646331"/>
          </a:xfrm>
          <a:prstGeom prst="rect">
            <a:avLst/>
          </a:prstGeom>
          <a:noFill/>
        </p:spPr>
        <p:txBody>
          <a:bodyPr wrap="square" rtlCol="0">
            <a:spAutoFit/>
          </a:bodyPr>
          <a:lstStyle/>
          <a:p>
            <a:r>
              <a:rPr lang="en-US" dirty="0"/>
              <a:t>"This value reflects how much revenue was generated from cosmetics sales."</a:t>
            </a:r>
          </a:p>
        </p:txBody>
      </p:sp>
      <p:sp>
        <p:nvSpPr>
          <p:cNvPr id="2" name="TextBox 1">
            <a:extLst>
              <a:ext uri="{FF2B5EF4-FFF2-40B4-BE49-F238E27FC236}">
                <a16:creationId xmlns:a16="http://schemas.microsoft.com/office/drawing/2014/main" id="{7C9C8C58-D8D0-5C98-130C-191E8836BBC4}"/>
              </a:ext>
            </a:extLst>
          </p:cNvPr>
          <p:cNvSpPr txBox="1"/>
          <p:nvPr/>
        </p:nvSpPr>
        <p:spPr>
          <a:xfrm>
            <a:off x="432619" y="3061264"/>
            <a:ext cx="4929701" cy="646331"/>
          </a:xfrm>
          <a:prstGeom prst="rect">
            <a:avLst/>
          </a:prstGeom>
          <a:noFill/>
        </p:spPr>
        <p:txBody>
          <a:bodyPr wrap="square" rtlCol="0">
            <a:spAutoFit/>
          </a:bodyPr>
          <a:lstStyle/>
          <a:p>
            <a:r>
              <a:rPr lang="en-US" dirty="0"/>
              <a:t>"Indicates the revenue earned through hair care product sales."</a:t>
            </a:r>
          </a:p>
        </p:txBody>
      </p:sp>
      <p:sp>
        <p:nvSpPr>
          <p:cNvPr id="3" name="TextBox 2">
            <a:extLst>
              <a:ext uri="{FF2B5EF4-FFF2-40B4-BE49-F238E27FC236}">
                <a16:creationId xmlns:a16="http://schemas.microsoft.com/office/drawing/2014/main" id="{89E13EE1-A9AD-4C3D-13A8-A501AD706365}"/>
              </a:ext>
            </a:extLst>
          </p:cNvPr>
          <p:cNvSpPr txBox="1"/>
          <p:nvPr/>
        </p:nvSpPr>
        <p:spPr>
          <a:xfrm>
            <a:off x="432619" y="4868229"/>
            <a:ext cx="4929701" cy="646331"/>
          </a:xfrm>
          <a:prstGeom prst="rect">
            <a:avLst/>
          </a:prstGeom>
          <a:noFill/>
        </p:spPr>
        <p:txBody>
          <a:bodyPr wrap="square" rtlCol="0">
            <a:spAutoFit/>
          </a:bodyPr>
          <a:lstStyle/>
          <a:p>
            <a:r>
              <a:rPr lang="en-US" dirty="0"/>
              <a:t>"Displays the total revenue collected from skincare products."</a:t>
            </a:r>
          </a:p>
        </p:txBody>
      </p:sp>
      <p:sp>
        <p:nvSpPr>
          <p:cNvPr id="4" name="Rectangle: Rounded Corners 3">
            <a:extLst>
              <a:ext uri="{FF2B5EF4-FFF2-40B4-BE49-F238E27FC236}">
                <a16:creationId xmlns:a16="http://schemas.microsoft.com/office/drawing/2014/main" id="{0B2B0096-A0FA-6DFF-CE5B-9E57095E4FE7}"/>
              </a:ext>
            </a:extLst>
          </p:cNvPr>
          <p:cNvSpPr/>
          <p:nvPr/>
        </p:nvSpPr>
        <p:spPr>
          <a:xfrm>
            <a:off x="530941" y="819867"/>
            <a:ext cx="3755923" cy="324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Revenue  From Cosmetics</a:t>
            </a:r>
          </a:p>
        </p:txBody>
      </p:sp>
      <p:sp>
        <p:nvSpPr>
          <p:cNvPr id="5" name="Rectangle: Rounded Corners 4">
            <a:extLst>
              <a:ext uri="{FF2B5EF4-FFF2-40B4-BE49-F238E27FC236}">
                <a16:creationId xmlns:a16="http://schemas.microsoft.com/office/drawing/2014/main" id="{5FA300A1-520D-F946-0203-BBDEE43CDEC0}"/>
              </a:ext>
            </a:extLst>
          </p:cNvPr>
          <p:cNvSpPr/>
          <p:nvPr/>
        </p:nvSpPr>
        <p:spPr>
          <a:xfrm>
            <a:off x="432619" y="2694810"/>
            <a:ext cx="3755923" cy="324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Revenue  From Haircare</a:t>
            </a:r>
          </a:p>
        </p:txBody>
      </p:sp>
      <p:sp>
        <p:nvSpPr>
          <p:cNvPr id="6" name="Rectangle: Rounded Corners 5">
            <a:extLst>
              <a:ext uri="{FF2B5EF4-FFF2-40B4-BE49-F238E27FC236}">
                <a16:creationId xmlns:a16="http://schemas.microsoft.com/office/drawing/2014/main" id="{91AF9D74-0704-E0AE-C780-DEF6E927B335}"/>
              </a:ext>
            </a:extLst>
          </p:cNvPr>
          <p:cNvSpPr/>
          <p:nvPr/>
        </p:nvSpPr>
        <p:spPr>
          <a:xfrm>
            <a:off x="432619" y="4534704"/>
            <a:ext cx="3755923" cy="324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Revenue  From Skincare</a:t>
            </a:r>
          </a:p>
        </p:txBody>
      </p:sp>
    </p:spTree>
    <p:extLst>
      <p:ext uri="{BB962C8B-B14F-4D97-AF65-F5344CB8AC3E}">
        <p14:creationId xmlns:p14="http://schemas.microsoft.com/office/powerpoint/2010/main" val="294342255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63000">
              <a:schemeClr val="accent1">
                <a:lumMod val="45000"/>
                <a:lumOff val="55000"/>
              </a:schemeClr>
            </a:gs>
            <a:gs pos="12000">
              <a:schemeClr val="accent1">
                <a:lumMod val="45000"/>
                <a:lumOff val="55000"/>
              </a:schemeClr>
            </a:gs>
            <a:gs pos="100000">
              <a:schemeClr val="accent1">
                <a:lumMod val="67000"/>
                <a:lumOff val="33000"/>
              </a:schemeClr>
            </a:gs>
          </a:gsLst>
          <a:lin ang="0" scaled="1"/>
          <a:tileRect/>
        </a:gradFill>
        <a:effectLst/>
      </p:bgPr>
    </p:bg>
    <p:spTree>
      <p:nvGrpSpPr>
        <p:cNvPr id="1" name="">
          <a:extLst>
            <a:ext uri="{FF2B5EF4-FFF2-40B4-BE49-F238E27FC236}">
              <a16:creationId xmlns:a16="http://schemas.microsoft.com/office/drawing/2014/main" id="{3FE9BC8D-BB75-9E45-A8D2-0B4985022E7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219021-E283-6910-F03D-86F946179D5B}"/>
              </a:ext>
            </a:extLst>
          </p:cNvPr>
          <p:cNvSpPr txBox="1"/>
          <p:nvPr/>
        </p:nvSpPr>
        <p:spPr>
          <a:xfrm>
            <a:off x="304801" y="1066441"/>
            <a:ext cx="4414683" cy="646331"/>
          </a:xfrm>
          <a:prstGeom prst="rect">
            <a:avLst/>
          </a:prstGeom>
          <a:noFill/>
        </p:spPr>
        <p:txBody>
          <a:bodyPr wrap="square" rtlCol="0">
            <a:spAutoFit/>
          </a:bodyPr>
          <a:lstStyle/>
          <a:p>
            <a:r>
              <a:rPr lang="en-US" dirty="0"/>
              <a:t>"This is the combined cost of manufacturing across all product types."</a:t>
            </a:r>
          </a:p>
        </p:txBody>
      </p:sp>
      <p:sp>
        <p:nvSpPr>
          <p:cNvPr id="3" name="TextBox 2">
            <a:extLst>
              <a:ext uri="{FF2B5EF4-FFF2-40B4-BE49-F238E27FC236}">
                <a16:creationId xmlns:a16="http://schemas.microsoft.com/office/drawing/2014/main" id="{0065668D-0DFB-A705-484A-2EBF28DFF8D1}"/>
              </a:ext>
            </a:extLst>
          </p:cNvPr>
          <p:cNvSpPr txBox="1"/>
          <p:nvPr/>
        </p:nvSpPr>
        <p:spPr>
          <a:xfrm>
            <a:off x="432620" y="4868229"/>
            <a:ext cx="4693728" cy="923330"/>
          </a:xfrm>
          <a:prstGeom prst="rect">
            <a:avLst/>
          </a:prstGeom>
          <a:noFill/>
        </p:spPr>
        <p:txBody>
          <a:bodyPr wrap="square" rtlCol="0">
            <a:spAutoFit/>
          </a:bodyPr>
          <a:lstStyle/>
          <a:p>
            <a:r>
              <a:rPr lang="en-US" dirty="0"/>
              <a:t>"Calculated as total revenue minus total cost — this is the total profit earned across all products."</a:t>
            </a:r>
          </a:p>
        </p:txBody>
      </p:sp>
      <p:pic>
        <p:nvPicPr>
          <p:cNvPr id="5" name="Picture 4">
            <a:extLst>
              <a:ext uri="{FF2B5EF4-FFF2-40B4-BE49-F238E27FC236}">
                <a16:creationId xmlns:a16="http://schemas.microsoft.com/office/drawing/2014/main" id="{F52114EC-A4FB-32E7-0E7D-5F6BC8FEC5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4457" y="924745"/>
            <a:ext cx="2705718" cy="1157265"/>
          </a:xfrm>
          <a:prstGeom prst="rect">
            <a:avLst/>
          </a:prstGeom>
        </p:spPr>
      </p:pic>
      <p:pic>
        <p:nvPicPr>
          <p:cNvPr id="7" name="Picture 6">
            <a:extLst>
              <a:ext uri="{FF2B5EF4-FFF2-40B4-BE49-F238E27FC236}">
                <a16:creationId xmlns:a16="http://schemas.microsoft.com/office/drawing/2014/main" id="{C0BFB12A-C2E4-9CF9-F04C-2120AC400E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4457" y="2826380"/>
            <a:ext cx="2705718" cy="1297479"/>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6E7FEDF7-59BD-F6FF-9344-9F257E7EBB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4456" y="4815407"/>
            <a:ext cx="2705717" cy="1194187"/>
          </a:xfrm>
          <a:prstGeom prst="rect">
            <a:avLst/>
          </a:prstGeom>
        </p:spPr>
      </p:pic>
      <p:sp>
        <p:nvSpPr>
          <p:cNvPr id="12" name="TextBox 11">
            <a:extLst>
              <a:ext uri="{FF2B5EF4-FFF2-40B4-BE49-F238E27FC236}">
                <a16:creationId xmlns:a16="http://schemas.microsoft.com/office/drawing/2014/main" id="{31101487-FD10-8927-1BB8-0EBEF4D87D00}"/>
              </a:ext>
            </a:extLst>
          </p:cNvPr>
          <p:cNvSpPr txBox="1"/>
          <p:nvPr/>
        </p:nvSpPr>
        <p:spPr>
          <a:xfrm>
            <a:off x="196646" y="3000480"/>
            <a:ext cx="4929701" cy="646331"/>
          </a:xfrm>
          <a:prstGeom prst="rect">
            <a:avLst/>
          </a:prstGeom>
          <a:noFill/>
        </p:spPr>
        <p:txBody>
          <a:bodyPr wrap="square" rtlCol="0">
            <a:spAutoFit/>
          </a:bodyPr>
          <a:lstStyle/>
          <a:p>
            <a:r>
              <a:rPr lang="en-US" dirty="0"/>
              <a:t>"Represents the overall sales revenue from all product categories."</a:t>
            </a:r>
          </a:p>
        </p:txBody>
      </p:sp>
      <p:sp>
        <p:nvSpPr>
          <p:cNvPr id="14" name="Rectangle: Rounded Corners 13">
            <a:extLst>
              <a:ext uri="{FF2B5EF4-FFF2-40B4-BE49-F238E27FC236}">
                <a16:creationId xmlns:a16="http://schemas.microsoft.com/office/drawing/2014/main" id="{1DC9303E-8138-BF22-C803-022AC7CA0C64}"/>
              </a:ext>
            </a:extLst>
          </p:cNvPr>
          <p:cNvSpPr/>
          <p:nvPr/>
        </p:nvSpPr>
        <p:spPr>
          <a:xfrm>
            <a:off x="304801" y="600281"/>
            <a:ext cx="3755923" cy="324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Total Cost (All Product)</a:t>
            </a:r>
          </a:p>
        </p:txBody>
      </p:sp>
      <p:sp>
        <p:nvSpPr>
          <p:cNvPr id="15" name="Rectangle: Rounded Corners 14">
            <a:extLst>
              <a:ext uri="{FF2B5EF4-FFF2-40B4-BE49-F238E27FC236}">
                <a16:creationId xmlns:a16="http://schemas.microsoft.com/office/drawing/2014/main" id="{604E8687-4D9A-DF73-F8FF-F7F5EF1672EA}"/>
              </a:ext>
            </a:extLst>
          </p:cNvPr>
          <p:cNvSpPr/>
          <p:nvPr/>
        </p:nvSpPr>
        <p:spPr>
          <a:xfrm>
            <a:off x="304801" y="2664148"/>
            <a:ext cx="3755923" cy="324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Total Revenue (All Product)</a:t>
            </a:r>
          </a:p>
        </p:txBody>
      </p:sp>
      <p:sp>
        <p:nvSpPr>
          <p:cNvPr id="16" name="Rectangle: Rounded Corners 15">
            <a:extLst>
              <a:ext uri="{FF2B5EF4-FFF2-40B4-BE49-F238E27FC236}">
                <a16:creationId xmlns:a16="http://schemas.microsoft.com/office/drawing/2014/main" id="{73BD513B-7E55-48E5-4CDD-590B4490091B}"/>
              </a:ext>
            </a:extLst>
          </p:cNvPr>
          <p:cNvSpPr/>
          <p:nvPr/>
        </p:nvSpPr>
        <p:spPr>
          <a:xfrm>
            <a:off x="304801" y="4490943"/>
            <a:ext cx="3755923" cy="324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Total Profit (All Product)</a:t>
            </a:r>
          </a:p>
        </p:txBody>
      </p:sp>
    </p:spTree>
    <p:extLst>
      <p:ext uri="{BB962C8B-B14F-4D97-AF65-F5344CB8AC3E}">
        <p14:creationId xmlns:p14="http://schemas.microsoft.com/office/powerpoint/2010/main" val="204768045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63000">
              <a:schemeClr val="accent1">
                <a:lumMod val="45000"/>
                <a:lumOff val="55000"/>
              </a:schemeClr>
            </a:gs>
            <a:gs pos="12000">
              <a:schemeClr val="accent1">
                <a:lumMod val="45000"/>
                <a:lumOff val="55000"/>
              </a:schemeClr>
            </a:gs>
            <a:gs pos="100000">
              <a:schemeClr val="accent1">
                <a:lumMod val="67000"/>
                <a:lumOff val="33000"/>
              </a:schemeClr>
            </a:gs>
          </a:gsLst>
          <a:lin ang="0" scaled="1"/>
          <a:tileRect/>
        </a:gradFill>
        <a:effectLst/>
      </p:bgPr>
    </p:bg>
    <p:spTree>
      <p:nvGrpSpPr>
        <p:cNvPr id="1" name="">
          <a:extLst>
            <a:ext uri="{FF2B5EF4-FFF2-40B4-BE49-F238E27FC236}">
              <a16:creationId xmlns:a16="http://schemas.microsoft.com/office/drawing/2014/main" id="{F9D9446A-E1D2-A3C5-126C-F87F3992087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E2F3D2B-FE70-970A-45D7-E4E74FD0BFB3}"/>
              </a:ext>
            </a:extLst>
          </p:cNvPr>
          <p:cNvSpPr txBox="1"/>
          <p:nvPr/>
        </p:nvSpPr>
        <p:spPr>
          <a:xfrm>
            <a:off x="304801" y="1066441"/>
            <a:ext cx="4739147" cy="1200329"/>
          </a:xfrm>
          <a:prstGeom prst="rect">
            <a:avLst/>
          </a:prstGeom>
          <a:noFill/>
        </p:spPr>
        <p:txBody>
          <a:bodyPr wrap="square" rtlCol="0">
            <a:spAutoFit/>
          </a:bodyPr>
          <a:lstStyle/>
          <a:p>
            <a:r>
              <a:rPr lang="en-US" dirty="0"/>
              <a:t>"Shows how much percentage of the revenue is retained as profit. For example, a 90% margin means 90 SAR profit on every 100 SAR earned."</a:t>
            </a:r>
          </a:p>
        </p:txBody>
      </p:sp>
      <p:sp>
        <p:nvSpPr>
          <p:cNvPr id="14" name="Rectangle: Rounded Corners 13">
            <a:extLst>
              <a:ext uri="{FF2B5EF4-FFF2-40B4-BE49-F238E27FC236}">
                <a16:creationId xmlns:a16="http://schemas.microsoft.com/office/drawing/2014/main" id="{1CCE4908-53E3-A7E5-C561-504B390BDD04}"/>
              </a:ext>
            </a:extLst>
          </p:cNvPr>
          <p:cNvSpPr/>
          <p:nvPr/>
        </p:nvSpPr>
        <p:spPr>
          <a:xfrm>
            <a:off x="304801" y="600281"/>
            <a:ext cx="3755923" cy="324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Profit Margin %</a:t>
            </a:r>
          </a:p>
        </p:txBody>
      </p:sp>
      <p:pic>
        <p:nvPicPr>
          <p:cNvPr id="6" name="Picture 5" descr="A purple numbers on a white background&#10;&#10;AI-generated content may be incorrect.">
            <a:extLst>
              <a:ext uri="{FF2B5EF4-FFF2-40B4-BE49-F238E27FC236}">
                <a16:creationId xmlns:a16="http://schemas.microsoft.com/office/drawing/2014/main" id="{58213BEC-E5A7-1352-835B-C56B971146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3483" y="762513"/>
            <a:ext cx="2416602" cy="1310823"/>
          </a:xfrm>
          <a:prstGeom prst="rect">
            <a:avLst/>
          </a:prstGeom>
        </p:spPr>
      </p:pic>
    </p:spTree>
    <p:extLst>
      <p:ext uri="{BB962C8B-B14F-4D97-AF65-F5344CB8AC3E}">
        <p14:creationId xmlns:p14="http://schemas.microsoft.com/office/powerpoint/2010/main" val="345365088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63000">
              <a:schemeClr val="accent1">
                <a:lumMod val="45000"/>
                <a:lumOff val="55000"/>
              </a:schemeClr>
            </a:gs>
            <a:gs pos="12000">
              <a:schemeClr val="accent1">
                <a:lumMod val="45000"/>
                <a:lumOff val="55000"/>
              </a:schemeClr>
            </a:gs>
            <a:gs pos="100000">
              <a:schemeClr val="accent1">
                <a:lumMod val="67000"/>
                <a:lumOff val="33000"/>
              </a:schemeClr>
            </a:gs>
          </a:gsLst>
          <a:lin ang="0" scaled="1"/>
          <a:tileRect/>
        </a:gradFill>
        <a:effectLst/>
      </p:bgPr>
    </p:bg>
    <p:spTree>
      <p:nvGrpSpPr>
        <p:cNvPr id="1" name="">
          <a:extLst>
            <a:ext uri="{FF2B5EF4-FFF2-40B4-BE49-F238E27FC236}">
              <a16:creationId xmlns:a16="http://schemas.microsoft.com/office/drawing/2014/main" id="{9EE92DE4-ED6F-5ABE-C4B6-231407AC2303}"/>
            </a:ext>
          </a:extLst>
        </p:cNvPr>
        <p:cNvGrpSpPr/>
        <p:nvPr/>
      </p:nvGrpSpPr>
      <p:grpSpPr>
        <a:xfrm>
          <a:off x="0" y="0"/>
          <a:ext cx="0" cy="0"/>
          <a:chOff x="0" y="0"/>
          <a:chExt cx="0" cy="0"/>
        </a:xfrm>
      </p:grpSpPr>
      <p:pic>
        <p:nvPicPr>
          <p:cNvPr id="5" name="Picture 4" descr="A graph of a product type&#10;&#10;AI-generated content may be incorrect.">
            <a:extLst>
              <a:ext uri="{FF2B5EF4-FFF2-40B4-BE49-F238E27FC236}">
                <a16:creationId xmlns:a16="http://schemas.microsoft.com/office/drawing/2014/main" id="{EE20DBD2-381D-6F6C-4F20-6F7893263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8572" y="208387"/>
            <a:ext cx="2769340" cy="2879235"/>
          </a:xfrm>
          <a:prstGeom prst="rect">
            <a:avLst/>
          </a:prstGeom>
        </p:spPr>
      </p:pic>
      <p:sp>
        <p:nvSpPr>
          <p:cNvPr id="7" name="TextBox 6">
            <a:extLst>
              <a:ext uri="{FF2B5EF4-FFF2-40B4-BE49-F238E27FC236}">
                <a16:creationId xmlns:a16="http://schemas.microsoft.com/office/drawing/2014/main" id="{7204470F-9125-17E2-79E0-CAF390D50669}"/>
              </a:ext>
            </a:extLst>
          </p:cNvPr>
          <p:cNvSpPr txBox="1"/>
          <p:nvPr/>
        </p:nvSpPr>
        <p:spPr>
          <a:xfrm>
            <a:off x="291943" y="587631"/>
            <a:ext cx="4693728" cy="1754326"/>
          </a:xfrm>
          <a:prstGeom prst="rect">
            <a:avLst/>
          </a:prstGeom>
          <a:noFill/>
        </p:spPr>
        <p:txBody>
          <a:bodyPr wrap="square" rtlCol="0">
            <a:spAutoFit/>
          </a:bodyPr>
          <a:lstStyle/>
          <a:p>
            <a:r>
              <a:rPr lang="en-US" dirty="0"/>
              <a:t>"The clustered column chart displays the </a:t>
            </a:r>
            <a:r>
              <a:rPr lang="en-US" b="1" dirty="0"/>
              <a:t>profit margin percentage</a:t>
            </a:r>
            <a:r>
              <a:rPr lang="en-US" dirty="0"/>
              <a:t> across different product categories.</a:t>
            </a:r>
            <a:br>
              <a:rPr lang="en-US" dirty="0"/>
            </a:br>
            <a:r>
              <a:rPr lang="en-US" dirty="0"/>
              <a:t>As shown, </a:t>
            </a:r>
            <a:r>
              <a:rPr lang="en-US" b="1" dirty="0"/>
              <a:t>Cosmetics leads</a:t>
            </a:r>
            <a:r>
              <a:rPr lang="en-US" dirty="0"/>
              <a:t> with the highest profit margin at around </a:t>
            </a:r>
            <a:r>
              <a:rPr lang="en-US" b="1" dirty="0"/>
              <a:t>[91.72%%]</a:t>
            </a:r>
            <a:r>
              <a:rPr lang="en-US" dirty="0"/>
              <a:t>, followed by Hair Care and Skincare.</a:t>
            </a:r>
          </a:p>
        </p:txBody>
      </p:sp>
      <p:sp>
        <p:nvSpPr>
          <p:cNvPr id="9" name="TextBox 8">
            <a:extLst>
              <a:ext uri="{FF2B5EF4-FFF2-40B4-BE49-F238E27FC236}">
                <a16:creationId xmlns:a16="http://schemas.microsoft.com/office/drawing/2014/main" id="{5C569482-6B42-B639-7BF5-7D5A82B2F84F}"/>
              </a:ext>
            </a:extLst>
          </p:cNvPr>
          <p:cNvSpPr txBox="1"/>
          <p:nvPr/>
        </p:nvSpPr>
        <p:spPr>
          <a:xfrm>
            <a:off x="124795" y="3950263"/>
            <a:ext cx="4230895" cy="1477328"/>
          </a:xfrm>
          <a:prstGeom prst="rect">
            <a:avLst/>
          </a:prstGeom>
          <a:noFill/>
        </p:spPr>
        <p:txBody>
          <a:bodyPr wrap="square" rtlCol="0">
            <a:spAutoFit/>
          </a:bodyPr>
          <a:lstStyle/>
          <a:p>
            <a:r>
              <a:rPr lang="en-US" dirty="0"/>
              <a:t>"This donut chart displays the total cost distribution across product categories. It highlights which products consume the most manufacturing or supply resources."</a:t>
            </a:r>
          </a:p>
        </p:txBody>
      </p:sp>
      <p:pic>
        <p:nvPicPr>
          <p:cNvPr id="3" name="Picture 2" descr="A pie chart with numbers and a circle&#10;&#10;AI-generated content may be incorrect.">
            <a:extLst>
              <a:ext uri="{FF2B5EF4-FFF2-40B4-BE49-F238E27FC236}">
                <a16:creationId xmlns:a16="http://schemas.microsoft.com/office/drawing/2014/main" id="{5D18317C-CC07-6A64-F87B-EC23D9B172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8572" y="3484323"/>
            <a:ext cx="2769340" cy="2813472"/>
          </a:xfrm>
          <a:prstGeom prst="rect">
            <a:avLst/>
          </a:prstGeom>
        </p:spPr>
      </p:pic>
      <p:sp>
        <p:nvSpPr>
          <p:cNvPr id="4" name="Rectangle: Rounded Corners 3">
            <a:extLst>
              <a:ext uri="{FF2B5EF4-FFF2-40B4-BE49-F238E27FC236}">
                <a16:creationId xmlns:a16="http://schemas.microsoft.com/office/drawing/2014/main" id="{25D4525E-1F85-A7A6-41DD-1D05B84637E0}"/>
              </a:ext>
            </a:extLst>
          </p:cNvPr>
          <p:cNvSpPr/>
          <p:nvPr/>
        </p:nvSpPr>
        <p:spPr>
          <a:xfrm>
            <a:off x="216309" y="3429000"/>
            <a:ext cx="3755923" cy="324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Cost Per Product</a:t>
            </a:r>
          </a:p>
        </p:txBody>
      </p:sp>
      <p:sp>
        <p:nvSpPr>
          <p:cNvPr id="6" name="Rectangle: Rounded Corners 5">
            <a:extLst>
              <a:ext uri="{FF2B5EF4-FFF2-40B4-BE49-F238E27FC236}">
                <a16:creationId xmlns:a16="http://schemas.microsoft.com/office/drawing/2014/main" id="{76596E2A-A7CC-BCAA-EE24-1554F96DB96C}"/>
              </a:ext>
            </a:extLst>
          </p:cNvPr>
          <p:cNvSpPr/>
          <p:nvPr/>
        </p:nvSpPr>
        <p:spPr>
          <a:xfrm>
            <a:off x="456771" y="228600"/>
            <a:ext cx="3755923" cy="324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Profit Margin % By Categories</a:t>
            </a:r>
          </a:p>
        </p:txBody>
      </p:sp>
    </p:spTree>
    <p:extLst>
      <p:ext uri="{BB962C8B-B14F-4D97-AF65-F5344CB8AC3E}">
        <p14:creationId xmlns:p14="http://schemas.microsoft.com/office/powerpoint/2010/main" val="407699897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63000">
              <a:schemeClr val="accent1">
                <a:lumMod val="45000"/>
                <a:lumOff val="55000"/>
              </a:schemeClr>
            </a:gs>
            <a:gs pos="12000">
              <a:schemeClr val="accent1">
                <a:lumMod val="45000"/>
                <a:lumOff val="55000"/>
              </a:schemeClr>
            </a:gs>
            <a:gs pos="100000">
              <a:schemeClr val="accent1">
                <a:lumMod val="67000"/>
                <a:lumOff val="33000"/>
              </a:schemeClr>
            </a:gs>
          </a:gsLst>
          <a:lin ang="0" scaled="1"/>
          <a:tileRect/>
        </a:gradFill>
        <a:effectLst/>
      </p:bgPr>
    </p:bg>
    <p:spTree>
      <p:nvGrpSpPr>
        <p:cNvPr id="1" name="">
          <a:extLst>
            <a:ext uri="{FF2B5EF4-FFF2-40B4-BE49-F238E27FC236}">
              <a16:creationId xmlns:a16="http://schemas.microsoft.com/office/drawing/2014/main" id="{4A9E8E4B-4F89-9CA5-BE22-F2AC323622B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9845E5D-DE73-20B1-D550-1F1208F9EE19}"/>
              </a:ext>
            </a:extLst>
          </p:cNvPr>
          <p:cNvSpPr txBox="1"/>
          <p:nvPr/>
        </p:nvSpPr>
        <p:spPr>
          <a:xfrm>
            <a:off x="311608" y="445091"/>
            <a:ext cx="4230895" cy="1754326"/>
          </a:xfrm>
          <a:prstGeom prst="rect">
            <a:avLst/>
          </a:prstGeom>
          <a:noFill/>
        </p:spPr>
        <p:txBody>
          <a:bodyPr wrap="square" rtlCol="0">
            <a:spAutoFit/>
          </a:bodyPr>
          <a:lstStyle/>
          <a:p>
            <a:r>
              <a:rPr lang="en-US" dirty="0"/>
              <a:t>The Clustered chart visually compares </a:t>
            </a:r>
            <a:r>
              <a:rPr lang="en-US" b="1" dirty="0"/>
              <a:t>how much each product category earns (revenue)</a:t>
            </a:r>
            <a:r>
              <a:rPr lang="en-US" dirty="0"/>
              <a:t> vs </a:t>
            </a:r>
            <a:r>
              <a:rPr lang="en-US" b="1" dirty="0"/>
              <a:t>how much it costs (manufacturing cost)</a:t>
            </a:r>
            <a:r>
              <a:rPr lang="en-US" dirty="0"/>
              <a:t> — helping identify which categories are most or least profitable</a:t>
            </a:r>
          </a:p>
        </p:txBody>
      </p:sp>
      <p:pic>
        <p:nvPicPr>
          <p:cNvPr id="6" name="Picture 5" descr="A graph of sales and sales&#10;&#10;AI-generated content may be incorrect.">
            <a:extLst>
              <a:ext uri="{FF2B5EF4-FFF2-40B4-BE49-F238E27FC236}">
                <a16:creationId xmlns:a16="http://schemas.microsoft.com/office/drawing/2014/main" id="{64890CB3-F599-4BA7-C46B-4A6E0ECEA6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3770" y="137939"/>
            <a:ext cx="2512475" cy="2368631"/>
          </a:xfrm>
          <a:prstGeom prst="rect">
            <a:avLst/>
          </a:prstGeom>
        </p:spPr>
      </p:pic>
      <p:pic>
        <p:nvPicPr>
          <p:cNvPr id="3" name="Picture 2" descr="A graph of different colored bars&#10;&#10;AI-generated content may be incorrect.">
            <a:extLst>
              <a:ext uri="{FF2B5EF4-FFF2-40B4-BE49-F238E27FC236}">
                <a16:creationId xmlns:a16="http://schemas.microsoft.com/office/drawing/2014/main" id="{58B3B258-F366-7AB3-91AE-50D9D076EF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3770" y="3206216"/>
            <a:ext cx="2512475" cy="2336323"/>
          </a:xfrm>
          <a:prstGeom prst="rect">
            <a:avLst/>
          </a:prstGeom>
        </p:spPr>
      </p:pic>
      <p:sp>
        <p:nvSpPr>
          <p:cNvPr id="4" name="TextBox 3">
            <a:extLst>
              <a:ext uri="{FF2B5EF4-FFF2-40B4-BE49-F238E27FC236}">
                <a16:creationId xmlns:a16="http://schemas.microsoft.com/office/drawing/2014/main" id="{9441C72F-111C-AAAC-B225-F03095BD7157}"/>
              </a:ext>
            </a:extLst>
          </p:cNvPr>
          <p:cNvSpPr txBox="1"/>
          <p:nvPr/>
        </p:nvSpPr>
        <p:spPr>
          <a:xfrm>
            <a:off x="231221" y="3206216"/>
            <a:ext cx="4230895" cy="1477328"/>
          </a:xfrm>
          <a:prstGeom prst="rect">
            <a:avLst/>
          </a:prstGeom>
          <a:noFill/>
        </p:spPr>
        <p:txBody>
          <a:bodyPr wrap="square" rtlCol="0">
            <a:spAutoFit/>
          </a:bodyPr>
          <a:lstStyle/>
          <a:p>
            <a:r>
              <a:rPr lang="en-US" dirty="0"/>
              <a:t>"This chart displays the </a:t>
            </a:r>
            <a:r>
              <a:rPr lang="en-US" b="1" dirty="0"/>
              <a:t>average defect rate</a:t>
            </a:r>
            <a:r>
              <a:rPr lang="en-US" dirty="0"/>
              <a:t> of products delivered by each supplier. It highlights quality performance, with </a:t>
            </a:r>
            <a:r>
              <a:rPr lang="en-US" b="1" dirty="0"/>
              <a:t>lower percentages indicating better reliability</a:t>
            </a:r>
            <a:r>
              <a:rPr lang="en-US" dirty="0"/>
              <a:t>."</a:t>
            </a:r>
          </a:p>
        </p:txBody>
      </p:sp>
      <p:sp>
        <p:nvSpPr>
          <p:cNvPr id="5" name="Rectangle: Rounded Corners 4">
            <a:extLst>
              <a:ext uri="{FF2B5EF4-FFF2-40B4-BE49-F238E27FC236}">
                <a16:creationId xmlns:a16="http://schemas.microsoft.com/office/drawing/2014/main" id="{E43BC020-946F-F124-107A-58744F7DA363}"/>
              </a:ext>
            </a:extLst>
          </p:cNvPr>
          <p:cNvSpPr/>
          <p:nvPr/>
        </p:nvSpPr>
        <p:spPr>
          <a:xfrm>
            <a:off x="249591" y="120627"/>
            <a:ext cx="4427540" cy="324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Revenue vs Profit Efficiency by Product</a:t>
            </a:r>
          </a:p>
        </p:txBody>
      </p:sp>
      <p:sp>
        <p:nvSpPr>
          <p:cNvPr id="7" name="Rectangle: Rounded Corners 6">
            <a:extLst>
              <a:ext uri="{FF2B5EF4-FFF2-40B4-BE49-F238E27FC236}">
                <a16:creationId xmlns:a16="http://schemas.microsoft.com/office/drawing/2014/main" id="{30FB69B4-5D1A-D370-3447-4F0059CD99BA}"/>
              </a:ext>
            </a:extLst>
          </p:cNvPr>
          <p:cNvSpPr/>
          <p:nvPr/>
        </p:nvSpPr>
        <p:spPr>
          <a:xfrm>
            <a:off x="311608" y="2795001"/>
            <a:ext cx="3755923" cy="324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Avg Defect Rate By Supplier</a:t>
            </a:r>
          </a:p>
        </p:txBody>
      </p:sp>
    </p:spTree>
    <p:extLst>
      <p:ext uri="{BB962C8B-B14F-4D97-AF65-F5344CB8AC3E}">
        <p14:creationId xmlns:p14="http://schemas.microsoft.com/office/powerpoint/2010/main" val="29489128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63000">
              <a:schemeClr val="accent1">
                <a:lumMod val="45000"/>
                <a:lumOff val="55000"/>
              </a:schemeClr>
            </a:gs>
            <a:gs pos="12000">
              <a:schemeClr val="accent1">
                <a:lumMod val="45000"/>
                <a:lumOff val="55000"/>
              </a:schemeClr>
            </a:gs>
            <a:gs pos="100000">
              <a:schemeClr val="accent1">
                <a:lumMod val="67000"/>
                <a:lumOff val="33000"/>
              </a:schemeClr>
            </a:gs>
          </a:gsLst>
          <a:lin ang="0" scaled="1"/>
          <a:tileRect/>
        </a:gradFill>
        <a:effectLst/>
      </p:bgPr>
    </p:bg>
    <p:spTree>
      <p:nvGrpSpPr>
        <p:cNvPr id="1" name="">
          <a:extLst>
            <a:ext uri="{FF2B5EF4-FFF2-40B4-BE49-F238E27FC236}">
              <a16:creationId xmlns:a16="http://schemas.microsoft.com/office/drawing/2014/main" id="{D4C4D193-448C-479E-EBCA-C226B39771B3}"/>
            </a:ext>
          </a:extLst>
        </p:cNvPr>
        <p:cNvGrpSpPr/>
        <p:nvPr/>
      </p:nvGrpSpPr>
      <p:grpSpPr>
        <a:xfrm>
          <a:off x="0" y="0"/>
          <a:ext cx="0" cy="0"/>
          <a:chOff x="0" y="0"/>
          <a:chExt cx="0" cy="0"/>
        </a:xfrm>
      </p:grpSpPr>
      <p:pic>
        <p:nvPicPr>
          <p:cNvPr id="4" name="Picture 3" descr="A graph of shipping costs&#10;&#10;AI-generated content may be incorrect.">
            <a:extLst>
              <a:ext uri="{FF2B5EF4-FFF2-40B4-BE49-F238E27FC236}">
                <a16:creationId xmlns:a16="http://schemas.microsoft.com/office/drawing/2014/main" id="{6914616A-CDFB-A6E6-DE82-FE30CFD316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9953" y="316384"/>
            <a:ext cx="2201725" cy="2346801"/>
          </a:xfrm>
          <a:prstGeom prst="rect">
            <a:avLst/>
          </a:prstGeom>
        </p:spPr>
      </p:pic>
      <p:pic>
        <p:nvPicPr>
          <p:cNvPr id="10" name="Picture 9" descr="A pie chart with text and numbers&#10;&#10;AI-generated content may be incorrect.">
            <a:extLst>
              <a:ext uri="{FF2B5EF4-FFF2-40B4-BE49-F238E27FC236}">
                <a16:creationId xmlns:a16="http://schemas.microsoft.com/office/drawing/2014/main" id="{BCA97620-0D03-5473-2BAF-05F9AB5F4F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9953" y="3036729"/>
            <a:ext cx="2201725" cy="2420150"/>
          </a:xfrm>
          <a:prstGeom prst="rect">
            <a:avLst/>
          </a:prstGeom>
        </p:spPr>
      </p:pic>
      <p:sp>
        <p:nvSpPr>
          <p:cNvPr id="11" name="TextBox 10">
            <a:extLst>
              <a:ext uri="{FF2B5EF4-FFF2-40B4-BE49-F238E27FC236}">
                <a16:creationId xmlns:a16="http://schemas.microsoft.com/office/drawing/2014/main" id="{810E3248-76B6-E430-981C-19FF0981BEE1}"/>
              </a:ext>
            </a:extLst>
          </p:cNvPr>
          <p:cNvSpPr txBox="1"/>
          <p:nvPr/>
        </p:nvSpPr>
        <p:spPr>
          <a:xfrm>
            <a:off x="388538" y="591688"/>
            <a:ext cx="4230895" cy="1477328"/>
          </a:xfrm>
          <a:prstGeom prst="rect">
            <a:avLst/>
          </a:prstGeom>
          <a:noFill/>
        </p:spPr>
        <p:txBody>
          <a:bodyPr wrap="square" rtlCol="0">
            <a:spAutoFit/>
          </a:bodyPr>
          <a:lstStyle/>
          <a:p>
            <a:r>
              <a:rPr lang="en-US" dirty="0"/>
              <a:t>"This chart compares the </a:t>
            </a:r>
            <a:r>
              <a:rPr lang="en-US" b="1" dirty="0"/>
              <a:t>average shipping cost per delivery</a:t>
            </a:r>
            <a:r>
              <a:rPr lang="en-US" dirty="0"/>
              <a:t> across different carriers. It highlights which shipping providers are more cost-effective."</a:t>
            </a:r>
          </a:p>
        </p:txBody>
      </p:sp>
      <p:sp>
        <p:nvSpPr>
          <p:cNvPr id="12" name="TextBox 11">
            <a:extLst>
              <a:ext uri="{FF2B5EF4-FFF2-40B4-BE49-F238E27FC236}">
                <a16:creationId xmlns:a16="http://schemas.microsoft.com/office/drawing/2014/main" id="{C93223E2-FE7E-FA44-0FD0-C2E2001A8C36}"/>
              </a:ext>
            </a:extLst>
          </p:cNvPr>
          <p:cNvSpPr txBox="1"/>
          <p:nvPr/>
        </p:nvSpPr>
        <p:spPr>
          <a:xfrm>
            <a:off x="300048" y="3429000"/>
            <a:ext cx="4230895" cy="1200329"/>
          </a:xfrm>
          <a:prstGeom prst="rect">
            <a:avLst/>
          </a:prstGeom>
          <a:noFill/>
        </p:spPr>
        <p:txBody>
          <a:bodyPr wrap="square" rtlCol="0">
            <a:spAutoFit/>
          </a:bodyPr>
          <a:lstStyle/>
          <a:p>
            <a:r>
              <a:rPr lang="en-US" dirty="0"/>
              <a:t>"This chart displays the total revenue generated by each product category, highlighting which product lines contribute most to overall sales."</a:t>
            </a:r>
          </a:p>
        </p:txBody>
      </p:sp>
      <p:sp>
        <p:nvSpPr>
          <p:cNvPr id="13" name="Rectangle: Rounded Corners 12">
            <a:extLst>
              <a:ext uri="{FF2B5EF4-FFF2-40B4-BE49-F238E27FC236}">
                <a16:creationId xmlns:a16="http://schemas.microsoft.com/office/drawing/2014/main" id="{BCFB67F8-34E4-2B48-AB65-541F17E7429E}"/>
              </a:ext>
            </a:extLst>
          </p:cNvPr>
          <p:cNvSpPr/>
          <p:nvPr/>
        </p:nvSpPr>
        <p:spPr>
          <a:xfrm>
            <a:off x="268823" y="3036729"/>
            <a:ext cx="5343510" cy="324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Sum of Revenue Generated by Each Product Type</a:t>
            </a:r>
          </a:p>
        </p:txBody>
      </p:sp>
      <p:sp>
        <p:nvSpPr>
          <p:cNvPr id="22" name="Rectangle: Rounded Corners 21">
            <a:extLst>
              <a:ext uri="{FF2B5EF4-FFF2-40B4-BE49-F238E27FC236}">
                <a16:creationId xmlns:a16="http://schemas.microsoft.com/office/drawing/2014/main" id="{5B2FFE54-4054-AAAB-6AAB-46C1BFEDDABA}"/>
              </a:ext>
            </a:extLst>
          </p:cNvPr>
          <p:cNvSpPr/>
          <p:nvPr/>
        </p:nvSpPr>
        <p:spPr>
          <a:xfrm>
            <a:off x="388538" y="248577"/>
            <a:ext cx="3796747" cy="34311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Average Shipping Cost by Carrier</a:t>
            </a:r>
            <a:endParaRPr lang="en-US" dirty="0">
              <a:solidFill>
                <a:schemeClr val="tx1"/>
              </a:solidFill>
            </a:endParaRPr>
          </a:p>
        </p:txBody>
      </p:sp>
    </p:spTree>
    <p:extLst>
      <p:ext uri="{BB962C8B-B14F-4D97-AF65-F5344CB8AC3E}">
        <p14:creationId xmlns:p14="http://schemas.microsoft.com/office/powerpoint/2010/main" val="298832626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63000">
              <a:schemeClr val="accent1">
                <a:lumMod val="45000"/>
                <a:lumOff val="55000"/>
              </a:schemeClr>
            </a:gs>
            <a:gs pos="12000">
              <a:schemeClr val="accent1">
                <a:lumMod val="45000"/>
                <a:lumOff val="55000"/>
              </a:schemeClr>
            </a:gs>
            <a:gs pos="100000">
              <a:schemeClr val="accent1">
                <a:lumMod val="67000"/>
                <a:lumOff val="33000"/>
              </a:schemeClr>
            </a:gs>
          </a:gsLst>
          <a:lin ang="0" scaled="1"/>
          <a:tileRect/>
        </a:gradFill>
        <a:effectLst/>
      </p:bgPr>
    </p:bg>
    <p:spTree>
      <p:nvGrpSpPr>
        <p:cNvPr id="1" name="">
          <a:extLst>
            <a:ext uri="{FF2B5EF4-FFF2-40B4-BE49-F238E27FC236}">
              <a16:creationId xmlns:a16="http://schemas.microsoft.com/office/drawing/2014/main" id="{1FC59B76-B2A5-A1A1-7D3A-D05E6056500B}"/>
            </a:ext>
          </a:extLst>
        </p:cNvPr>
        <p:cNvGrpSpPr/>
        <p:nvPr/>
      </p:nvGrpSpPr>
      <p:grpSpPr>
        <a:xfrm>
          <a:off x="0" y="0"/>
          <a:ext cx="0" cy="0"/>
          <a:chOff x="0" y="0"/>
          <a:chExt cx="0" cy="0"/>
        </a:xfrm>
      </p:grpSpPr>
      <p:pic>
        <p:nvPicPr>
          <p:cNvPr id="3" name="Picture 2" descr="A screenshot of a spreadsheet&#10;&#10;AI-generated content may be incorrect.">
            <a:extLst>
              <a:ext uri="{FF2B5EF4-FFF2-40B4-BE49-F238E27FC236}">
                <a16:creationId xmlns:a16="http://schemas.microsoft.com/office/drawing/2014/main" id="{2ED6EC77-70DE-4054-2DE6-C66EA9C8BC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2256" y="495576"/>
            <a:ext cx="4383678" cy="2353253"/>
          </a:xfrm>
          <a:prstGeom prst="rect">
            <a:avLst/>
          </a:prstGeom>
        </p:spPr>
      </p:pic>
      <p:pic>
        <p:nvPicPr>
          <p:cNvPr id="6" name="Picture 5" descr="A graph of a number of different colored bars&#10;&#10;AI-generated content may be incorrect.">
            <a:extLst>
              <a:ext uri="{FF2B5EF4-FFF2-40B4-BE49-F238E27FC236}">
                <a16:creationId xmlns:a16="http://schemas.microsoft.com/office/drawing/2014/main" id="{142D8192-8AF4-CD94-0A85-42A2839977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7948" y="3212269"/>
            <a:ext cx="2901632" cy="3135097"/>
          </a:xfrm>
          <a:prstGeom prst="rect">
            <a:avLst/>
          </a:prstGeom>
        </p:spPr>
      </p:pic>
      <p:sp>
        <p:nvSpPr>
          <p:cNvPr id="7" name="TextBox 6">
            <a:extLst>
              <a:ext uri="{FF2B5EF4-FFF2-40B4-BE49-F238E27FC236}">
                <a16:creationId xmlns:a16="http://schemas.microsoft.com/office/drawing/2014/main" id="{98E5E9F2-1E39-28BE-5796-7BD944672868}"/>
              </a:ext>
            </a:extLst>
          </p:cNvPr>
          <p:cNvSpPr txBox="1"/>
          <p:nvPr/>
        </p:nvSpPr>
        <p:spPr>
          <a:xfrm>
            <a:off x="471947" y="600855"/>
            <a:ext cx="3932903" cy="2031325"/>
          </a:xfrm>
          <a:prstGeom prst="rect">
            <a:avLst/>
          </a:prstGeom>
          <a:noFill/>
        </p:spPr>
        <p:txBody>
          <a:bodyPr wrap="square" rtlCol="0">
            <a:spAutoFit/>
          </a:bodyPr>
          <a:lstStyle/>
          <a:p>
            <a:r>
              <a:rPr lang="en-US" dirty="0"/>
              <a:t>"This matrix provides a detailed view of each product SKU, showing its revenue, cost, profit, and profit margin. It helps us identify which individual products perform best financially and which may need attention."</a:t>
            </a:r>
          </a:p>
        </p:txBody>
      </p:sp>
      <p:sp>
        <p:nvSpPr>
          <p:cNvPr id="8" name="TextBox 7">
            <a:extLst>
              <a:ext uri="{FF2B5EF4-FFF2-40B4-BE49-F238E27FC236}">
                <a16:creationId xmlns:a16="http://schemas.microsoft.com/office/drawing/2014/main" id="{E034F487-B274-6450-E8CE-E1E47DFC7FE1}"/>
              </a:ext>
            </a:extLst>
          </p:cNvPr>
          <p:cNvSpPr txBox="1"/>
          <p:nvPr/>
        </p:nvSpPr>
        <p:spPr>
          <a:xfrm>
            <a:off x="383458" y="3764154"/>
            <a:ext cx="3932903" cy="1477328"/>
          </a:xfrm>
          <a:prstGeom prst="rect">
            <a:avLst/>
          </a:prstGeom>
          <a:noFill/>
        </p:spPr>
        <p:txBody>
          <a:bodyPr wrap="square" rtlCol="0">
            <a:spAutoFit/>
          </a:bodyPr>
          <a:lstStyle/>
          <a:p>
            <a:r>
              <a:rPr lang="en-US" dirty="0"/>
              <a:t>"This chart shows the average number of days each supplier takes to deliver goods. It helps evaluate supplier performance based on delivery speed."</a:t>
            </a:r>
          </a:p>
        </p:txBody>
      </p:sp>
      <p:sp>
        <p:nvSpPr>
          <p:cNvPr id="9" name="Rectangle: Rounded Corners 8">
            <a:extLst>
              <a:ext uri="{FF2B5EF4-FFF2-40B4-BE49-F238E27FC236}">
                <a16:creationId xmlns:a16="http://schemas.microsoft.com/office/drawing/2014/main" id="{D52A88FC-686C-5835-CBE3-D3EDEB79F4DE}"/>
              </a:ext>
            </a:extLst>
          </p:cNvPr>
          <p:cNvSpPr/>
          <p:nvPr/>
        </p:nvSpPr>
        <p:spPr>
          <a:xfrm>
            <a:off x="471947" y="135530"/>
            <a:ext cx="4308775" cy="44031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Detailed Product Performance by SKU</a:t>
            </a:r>
          </a:p>
        </p:txBody>
      </p:sp>
      <p:sp>
        <p:nvSpPr>
          <p:cNvPr id="10" name="Rectangle: Rounded Corners 9">
            <a:extLst>
              <a:ext uri="{FF2B5EF4-FFF2-40B4-BE49-F238E27FC236}">
                <a16:creationId xmlns:a16="http://schemas.microsoft.com/office/drawing/2014/main" id="{22EBE754-2AAE-937A-E1F3-66ED9EAEA0FF}"/>
              </a:ext>
            </a:extLst>
          </p:cNvPr>
          <p:cNvSpPr/>
          <p:nvPr/>
        </p:nvSpPr>
        <p:spPr>
          <a:xfrm>
            <a:off x="471947" y="3389671"/>
            <a:ext cx="3755923" cy="324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Avg Lead Time By Supplier</a:t>
            </a:r>
          </a:p>
        </p:txBody>
      </p:sp>
    </p:spTree>
    <p:extLst>
      <p:ext uri="{BB962C8B-B14F-4D97-AF65-F5344CB8AC3E}">
        <p14:creationId xmlns:p14="http://schemas.microsoft.com/office/powerpoint/2010/main" val="225821639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63000">
              <a:schemeClr val="accent1">
                <a:lumMod val="45000"/>
                <a:lumOff val="55000"/>
              </a:schemeClr>
            </a:gs>
            <a:gs pos="12000">
              <a:schemeClr val="accent1">
                <a:lumMod val="45000"/>
                <a:lumOff val="55000"/>
              </a:schemeClr>
            </a:gs>
            <a:gs pos="100000">
              <a:schemeClr val="accent1">
                <a:lumMod val="67000"/>
                <a:lumOff val="33000"/>
              </a:schemeClr>
            </a:gs>
          </a:gsLst>
          <a:lin ang="0" scaled="1"/>
          <a:tileRect/>
        </a:gradFill>
        <a:effectLst/>
      </p:bgPr>
    </p:bg>
    <p:spTree>
      <p:nvGrpSpPr>
        <p:cNvPr id="1" name="">
          <a:extLst>
            <a:ext uri="{FF2B5EF4-FFF2-40B4-BE49-F238E27FC236}">
              <a16:creationId xmlns:a16="http://schemas.microsoft.com/office/drawing/2014/main" id="{3E6AF1C1-BC42-6D2D-ECD1-E4B0E41094C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E84A194-3407-90C8-8365-69D9895945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6440" y="2851668"/>
            <a:ext cx="1878999" cy="2024470"/>
          </a:xfrm>
          <a:prstGeom prst="rect">
            <a:avLst/>
          </a:prstGeom>
        </p:spPr>
      </p:pic>
      <p:pic>
        <p:nvPicPr>
          <p:cNvPr id="5" name="Picture 4">
            <a:extLst>
              <a:ext uri="{FF2B5EF4-FFF2-40B4-BE49-F238E27FC236}">
                <a16:creationId xmlns:a16="http://schemas.microsoft.com/office/drawing/2014/main" id="{F34F52E2-2615-36C0-21A8-1C545F4EC1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6440" y="467743"/>
            <a:ext cx="1878999" cy="2270457"/>
          </a:xfrm>
          <a:prstGeom prst="rect">
            <a:avLst/>
          </a:prstGeom>
        </p:spPr>
      </p:pic>
      <p:sp>
        <p:nvSpPr>
          <p:cNvPr id="6" name="TextBox 5">
            <a:extLst>
              <a:ext uri="{FF2B5EF4-FFF2-40B4-BE49-F238E27FC236}">
                <a16:creationId xmlns:a16="http://schemas.microsoft.com/office/drawing/2014/main" id="{451F5958-BFB8-AF5B-F919-A22038FCAE8D}"/>
              </a:ext>
            </a:extLst>
          </p:cNvPr>
          <p:cNvSpPr txBox="1"/>
          <p:nvPr/>
        </p:nvSpPr>
        <p:spPr>
          <a:xfrm>
            <a:off x="963561" y="1681316"/>
            <a:ext cx="3952568" cy="1477328"/>
          </a:xfrm>
          <a:prstGeom prst="rect">
            <a:avLst/>
          </a:prstGeom>
          <a:noFill/>
        </p:spPr>
        <p:txBody>
          <a:bodyPr wrap="square" rtlCol="0">
            <a:spAutoFit/>
          </a:bodyPr>
          <a:lstStyle/>
          <a:p>
            <a:r>
              <a:rPr lang="en-US" dirty="0"/>
              <a:t>"Two slicers are provided to filter the data by Location and Product Type, enabling quick and interactive analysis based on geographic area and product categories."</a:t>
            </a:r>
          </a:p>
        </p:txBody>
      </p:sp>
      <p:sp>
        <p:nvSpPr>
          <p:cNvPr id="7" name="Rectangle: Rounded Corners 6">
            <a:extLst>
              <a:ext uri="{FF2B5EF4-FFF2-40B4-BE49-F238E27FC236}">
                <a16:creationId xmlns:a16="http://schemas.microsoft.com/office/drawing/2014/main" id="{BD65CC72-1EDF-B350-5D5C-5824D6D5A0D7}"/>
              </a:ext>
            </a:extLst>
          </p:cNvPr>
          <p:cNvSpPr/>
          <p:nvPr/>
        </p:nvSpPr>
        <p:spPr>
          <a:xfrm>
            <a:off x="1061883" y="1278507"/>
            <a:ext cx="3755923" cy="324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Slicers by Location and Product </a:t>
            </a:r>
          </a:p>
        </p:txBody>
      </p:sp>
    </p:spTree>
    <p:extLst>
      <p:ext uri="{BB962C8B-B14F-4D97-AF65-F5344CB8AC3E}">
        <p14:creationId xmlns:p14="http://schemas.microsoft.com/office/powerpoint/2010/main" val="332163190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63000">
              <a:schemeClr val="accent1">
                <a:lumMod val="45000"/>
                <a:lumOff val="55000"/>
              </a:schemeClr>
            </a:gs>
            <a:gs pos="12000">
              <a:schemeClr val="accent1">
                <a:lumMod val="45000"/>
                <a:lumOff val="55000"/>
              </a:schemeClr>
            </a:gs>
            <a:gs pos="100000">
              <a:schemeClr val="accent1">
                <a:lumMod val="67000"/>
                <a:lumOff val="33000"/>
              </a:schemeClr>
            </a:gs>
          </a:gsLst>
          <a:lin ang="0" scaled="1"/>
          <a:tileRect/>
        </a:gradFill>
        <a:effectLst/>
      </p:bgPr>
    </p:bg>
    <p:spTree>
      <p:nvGrpSpPr>
        <p:cNvPr id="1" name="">
          <a:extLst>
            <a:ext uri="{FF2B5EF4-FFF2-40B4-BE49-F238E27FC236}">
              <a16:creationId xmlns:a16="http://schemas.microsoft.com/office/drawing/2014/main" id="{8A16AC84-5133-5DFD-0E55-D99487B268D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C351A93-FFC0-AC57-EBDD-837A8AEFFE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6733" y="897482"/>
            <a:ext cx="9200650" cy="5778654"/>
          </a:xfrm>
          <a:prstGeom prst="rect">
            <a:avLst/>
          </a:prstGeom>
        </p:spPr>
      </p:pic>
      <p:sp>
        <p:nvSpPr>
          <p:cNvPr id="4" name="Rectangle: Rounded Corners 3">
            <a:extLst>
              <a:ext uri="{FF2B5EF4-FFF2-40B4-BE49-F238E27FC236}">
                <a16:creationId xmlns:a16="http://schemas.microsoft.com/office/drawing/2014/main" id="{9F6002D0-F568-85DC-D7E6-D638AA536829}"/>
              </a:ext>
            </a:extLst>
          </p:cNvPr>
          <p:cNvSpPr/>
          <p:nvPr/>
        </p:nvSpPr>
        <p:spPr>
          <a:xfrm>
            <a:off x="3725570" y="284594"/>
            <a:ext cx="4285369" cy="49065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DASHBOARD</a:t>
            </a:r>
          </a:p>
        </p:txBody>
      </p:sp>
    </p:spTree>
    <p:extLst>
      <p:ext uri="{BB962C8B-B14F-4D97-AF65-F5344CB8AC3E}">
        <p14:creationId xmlns:p14="http://schemas.microsoft.com/office/powerpoint/2010/main" val="125868026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63000">
              <a:schemeClr val="accent1">
                <a:lumMod val="45000"/>
                <a:lumOff val="55000"/>
              </a:schemeClr>
            </a:gs>
            <a:gs pos="12000">
              <a:schemeClr val="accent1">
                <a:lumMod val="45000"/>
                <a:lumOff val="55000"/>
              </a:schemeClr>
            </a:gs>
            <a:gs pos="100000">
              <a:schemeClr val="accent1">
                <a:lumMod val="67000"/>
                <a:lumOff val="33000"/>
              </a:schemeClr>
            </a:gs>
          </a:gsLst>
          <a:lin ang="0" scaled="1"/>
          <a:tileRect/>
        </a:gradFill>
        <a:effectLst/>
      </p:bgPr>
    </p:bg>
    <p:spTree>
      <p:nvGrpSpPr>
        <p:cNvPr id="1" name="">
          <a:extLst>
            <a:ext uri="{FF2B5EF4-FFF2-40B4-BE49-F238E27FC236}">
              <a16:creationId xmlns:a16="http://schemas.microsoft.com/office/drawing/2014/main" id="{486AC698-7725-3D4F-EF37-213EA0E30625}"/>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3DD0135-6CA5-011F-D132-971275FE8784}"/>
              </a:ext>
            </a:extLst>
          </p:cNvPr>
          <p:cNvSpPr/>
          <p:nvPr/>
        </p:nvSpPr>
        <p:spPr>
          <a:xfrm>
            <a:off x="3725570" y="284594"/>
            <a:ext cx="4285369" cy="49065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DASHBOARD EXPLANATION</a:t>
            </a:r>
          </a:p>
        </p:txBody>
      </p:sp>
      <p:sp>
        <p:nvSpPr>
          <p:cNvPr id="5" name="TextBox 4">
            <a:extLst>
              <a:ext uri="{FF2B5EF4-FFF2-40B4-BE49-F238E27FC236}">
                <a16:creationId xmlns:a16="http://schemas.microsoft.com/office/drawing/2014/main" id="{5C9C48E7-E1FF-3170-6C6B-187AD6BEA302}"/>
              </a:ext>
            </a:extLst>
          </p:cNvPr>
          <p:cNvSpPr txBox="1"/>
          <p:nvPr/>
        </p:nvSpPr>
        <p:spPr>
          <a:xfrm>
            <a:off x="1914938" y="1063689"/>
            <a:ext cx="9834609" cy="2308324"/>
          </a:xfrm>
          <a:prstGeom prst="rect">
            <a:avLst/>
          </a:prstGeom>
          <a:noFill/>
        </p:spPr>
        <p:txBody>
          <a:bodyPr wrap="square">
            <a:spAutoFit/>
          </a:bodyPr>
          <a:lstStyle/>
          <a:p>
            <a:r>
              <a:rPr lang="en-US" b="1" dirty="0"/>
              <a:t>This dashboard provides a comprehensive analysis of supply chain performance across product categories.</a:t>
            </a:r>
            <a:r>
              <a:rPr lang="en-US" dirty="0"/>
              <a:t> It highlights key financial metrics including total revenue, total cost, profit, and profit margin by product type, helping identify the most profitable categories. Visuals such as bar and donut charts compare revenue and cost distribution, while detailed KPIs track average lead time, shipping time, and defect rates to assess supplier and logistics efficiency. A matrix at the SKU level allows in-depth analysis of individual product performance. Overall, the dashboard delivers clear insights into sales performance, cost control, and supply chain quality, enabling data-driven decision-making for improved business efficiency.</a:t>
            </a:r>
          </a:p>
        </p:txBody>
      </p:sp>
    </p:spTree>
    <p:extLst>
      <p:ext uri="{BB962C8B-B14F-4D97-AF65-F5344CB8AC3E}">
        <p14:creationId xmlns:p14="http://schemas.microsoft.com/office/powerpoint/2010/main" val="228514975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219</TotalTime>
  <Words>709</Words>
  <Application>Microsoft Office PowerPoint</Application>
  <PresentationFormat>Widescreen</PresentationFormat>
  <Paragraphs>49</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SUPPLY CHAIN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shadab Hussain</dc:creator>
  <cp:lastModifiedBy>shadab Hussain</cp:lastModifiedBy>
  <cp:revision>1</cp:revision>
  <dcterms:created xsi:type="dcterms:W3CDTF">2025-07-16T18:05:56Z</dcterms:created>
  <dcterms:modified xsi:type="dcterms:W3CDTF">2025-07-22T17:38:06Z</dcterms:modified>
</cp:coreProperties>
</file>